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0000" y="0"/>
            <a:ext cx="409212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80000" y="0"/>
            <a:ext cx="1260000" cy="6858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648000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INTELIGÊNCIA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728000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E31B23"/>
                </a:solidFill>
                <a:latin typeface="Calibri"/>
              </a:rPr>
              <a:t>REGULATÓRIA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44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AED"/>
                </a:solidFill>
                <a:latin typeface="Calibri"/>
              </a:rPr>
              <a:t>COMO VANTAGEM COMPETITIVA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528000"/>
            <a:ext cx="6480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3671999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Proposta Estratégica para Capitol Consultoria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406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Apresentada por LocalRise Advisory  ·  08 de abril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2000" y="1080000"/>
            <a:ext cx="32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AUTOMAÇÃO
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2000" y="2520000"/>
            <a:ext cx="32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MONITORAMENTO
EM TEMPO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2000" y="3960000"/>
            <a:ext cx="32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PRODUTOS
SAAS B2B</a:t>
            </a:r>
          </a:p>
        </p:txBody>
      </p:sp>
      <p:pic>
        <p:nvPicPr>
          <p:cNvPr id="14" name="Picture 13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5832000"/>
            <a:ext cx="1440000" cy="19201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O que vamos apresentar hoje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440000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1512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4000" y="1494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4000" y="180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Onde a Capitol está hoje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999" y="1440000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2000" y="1512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3999" y="1494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Oportunidade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3999" y="180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O que está sendo deixado na mesa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999" y="2376000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2448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4000" y="2430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 Solução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4000" y="2736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Automação + IA + SaaS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999" y="2376000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2000" y="2448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3999" y="2430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Produtos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3999" y="2736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LexRadar, PoliticaIQ e mais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999" y="3311999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000" y="3383999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4000" y="3366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Pipeline de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4000" y="3671999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6 agentes, 1 sistema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999" y="3311999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2000" y="3383999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3999" y="3366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Implementação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3999" y="3671999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Fases e cronograma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999" y="4248000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000" y="4320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4000" y="430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4000" y="460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Retorno esperado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999" y="4248000"/>
            <a:ext cx="5040000" cy="864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2000" y="4320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31B23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83999" y="430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Proposta Comercial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3999" y="460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Investimento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Onde a Capitol Consultoria está hoje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512000"/>
            <a:ext cx="3600000" cy="288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B51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512000"/>
            <a:ext cx="3600000" cy="125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99" y="1764000"/>
            <a:ext cx="331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Presença Digital Mínima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99" y="2376000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87 seguidores no Instagram.
Sem site. Sem blog.
Sem funil de captação.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2000" y="1512000"/>
            <a:ext cx="3600000" cy="288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B51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2000" y="1512000"/>
            <a:ext cx="3600000" cy="125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6000" y="1764000"/>
            <a:ext cx="331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Dependência de Indicações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000" y="2376000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100% dos clientes via networking.
Nenhum canal ativo de prospecção.
Risco alto de sazonalidade.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0000" y="1512000"/>
            <a:ext cx="3600000" cy="288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B51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80000" y="1512000"/>
            <a:ext cx="3600000" cy="125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4000" y="1764000"/>
            <a:ext cx="331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Operação Manual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4000" y="2376000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Monitoramento legislativo feito à mão.
Alertas não automatizados.
Horas perdidas em tarefas repetitivas.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4680000"/>
            <a:ext cx="11160000" cy="576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000" y="4734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⚡  Resultado: a Capitol presta consultoria de alto valor, mas opera como empresa dos anos 2000.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Oportunidade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O que está sendo deixado na mesa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440000"/>
            <a:ext cx="11160000" cy="756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440000"/>
            <a:ext cx="162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5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31B23"/>
                </a:solidFill>
                <a:latin typeface="Calibri"/>
              </a:rPr>
              <a:t>R$ 0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1602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em receita recorrente de assinaturas digitais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40000"/>
            <a:ext cx="11160000" cy="756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999" y="2340000"/>
            <a:ext cx="162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99" y="24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31B23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000" y="2502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clientes captados via canais digitais no último 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999" y="3240000"/>
            <a:ext cx="11160000" cy="756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999" y="3240000"/>
            <a:ext cx="162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33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31B23"/>
                </a:solidFill>
                <a:latin typeface="Calibri"/>
              </a:rPr>
              <a:t>40h/mês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0000" y="3401999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gastas em monitoramento manual que pode ser automatizado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4140000"/>
            <a:ext cx="11160000" cy="756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999" y="4140000"/>
            <a:ext cx="162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99" y="42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31B23"/>
                </a:solidFill>
                <a:latin typeface="Calibri"/>
              </a:rPr>
              <a:t>3–5×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0" y="4302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o alcance possível com uma presença digital estruturada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999" y="5040000"/>
            <a:ext cx="11160000" cy="756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3999" y="5040000"/>
            <a:ext cx="162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99" y="51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31B23"/>
                </a:solidFill>
                <a:latin typeface="Calibri"/>
              </a:rPr>
              <a:t>R$ 8–15k/mês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0000" y="5202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potencial de novos contratos via inbound marketing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Solução LocalRise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Três pilares integrados para transformar a operação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440000"/>
            <a:ext cx="3600000" cy="43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" y="1620000"/>
            <a:ext cx="79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638000"/>
            <a:ext cx="7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99" y="2592000"/>
            <a:ext cx="331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PRESENÇA
DIGITAL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999" y="3491999"/>
            <a:ext cx="3060000" cy="28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99" y="3600000"/>
            <a:ext cx="3311999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Site profissional
Funil de captação
Conteúdo automatizado
SEO local e nacional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6000" y="1440000"/>
            <a:ext cx="3600000" cy="43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2000" y="1620000"/>
            <a:ext cx="79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2000" y="1638000"/>
            <a:ext cx="7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0" y="2592000"/>
            <a:ext cx="331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AUTOMAÇÃO
INTELIGENTE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0000" y="3491999"/>
            <a:ext cx="3060000" cy="28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0000" y="3600000"/>
            <a:ext cx="3311999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n8n como orquestrador
Alertas em tempo real
Relató­rios automáticos
Integração com CRM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07999" y="1440000"/>
            <a:ext cx="3600000" cy="43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3999" y="1620000"/>
            <a:ext cx="79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3999" y="1638000"/>
            <a:ext cx="7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1999" y="2592000"/>
            <a:ext cx="331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SAAS DE
INTELIGÊNCIA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51999" y="3491999"/>
            <a:ext cx="3060000" cy="28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1999" y="3600000"/>
            <a:ext cx="3311999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LexRadar · PoliticaIQ
RegRisk · OpportunityMap
CrisisMonitor
Receita recorrente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Automações Prioritárias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Processos que serão automatizados com n8n + Claude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440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440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MONITORAMENTO LEGISLATIVO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1835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31B23"/>
                </a:solidFill>
                <a:latin typeface="Calibri"/>
              </a:rPr>
              <a:t>Diário • Prioritário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8000" y="1565999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Scraping DOU/Câmara → Classificação IA → Alerta WhatsApp/Email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999" y="2358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999" y="2358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999" y="243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GERAÇÃO DE RELATÓRIOS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999" y="2754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31B23"/>
                </a:solidFill>
                <a:latin typeface="Calibri"/>
              </a:rPr>
              <a:t>Semanal/Mensal • Alto Impacto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8000" y="2484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Coleta de dados → Análise Claude API → Docx/PDF formatado → Envio automático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999" y="3276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3999" y="3276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99" y="3347999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CAPTURA DE LEADS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999" y="3671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31B23"/>
                </a:solidFill>
                <a:latin typeface="Calibri"/>
              </a:rPr>
              <a:t>Contínuo • Estratégico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8000" y="3401999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Formulário site → CRM → Email sequence → Qualificação 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4193999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999" y="4193999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999" y="4265999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AGENDAMENTO DE REUNIÕES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999" y="4589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31B23"/>
                </a:solidFill>
                <a:latin typeface="Calibri"/>
              </a:rPr>
              <a:t>Sob demanda • Operacional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8000" y="4319999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Calendly integrado → Confirmação automática → Briefing pré-reunião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99" y="5112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3999" y="5112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999" y="5183999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GESTÃO DE CLIENTES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999" y="55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31B23"/>
                </a:solidFill>
                <a:latin typeface="Calibri"/>
              </a:rPr>
              <a:t>Contínuo • Recorrente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8000" y="5238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Painel por cliente → Alertas customizados → NPS automatizado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Transformação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Antes × Depois da implantação LocalRise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440000"/>
            <a:ext cx="5328000" cy="432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999" y="1458000"/>
            <a:ext cx="532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ANTES — Capitol hoje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440000"/>
            <a:ext cx="5832000" cy="43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0" y="1458000"/>
            <a:ext cx="583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DEPOIS — Com LocalRise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1980000"/>
            <a:ext cx="5328000" cy="54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2052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✗  Monitoramento manual, 8–10h/semana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1980000"/>
            <a:ext cx="5832000" cy="54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999" y="2052000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Monitoramento automático 24/7, alertas em minutos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999" y="2646000"/>
            <a:ext cx="5328000" cy="54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" y="2718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✗  Relatórios criados do zero a cada entrega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2646000"/>
            <a:ext cx="5832000" cy="54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999" y="2718000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Relatórios gerados automaticamente com 1 clique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3311999"/>
            <a:ext cx="5328000" cy="54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3383999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✗  Sem presença digital, só indicações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3311999"/>
            <a:ext cx="5832000" cy="54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999" y="3383999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Site, funil, SEO + captação ativa de 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999" y="3978000"/>
            <a:ext cx="5328000" cy="54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000" y="405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✗  Sem receita recorrente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0000" y="3978000"/>
            <a:ext cx="5832000" cy="54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999" y="4050000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SaaS com assinaturas mensais previsíveis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99" y="4644000"/>
            <a:ext cx="5328000" cy="54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4716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✗  Clientes sem painel de acompanhamento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0000" y="4644000"/>
            <a:ext cx="5832000" cy="54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999" y="4716000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Dashboard personalizado por cliente, tempo 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999" y="5310000"/>
            <a:ext cx="5328000" cy="54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000" y="5382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✗  Sem diferencial tecnológico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0000" y="5310000"/>
            <a:ext cx="5832000" cy="540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999" y="5382000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Pioneiros em IA regulatória no Brasil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96000" y="1440000"/>
            <a:ext cx="251999" cy="504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88000" y="3780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Produtos SaaS de Inteligência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Portfolio de produtos desenvolvidos sob a marca Capitol ou white-label LocalRise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440000"/>
            <a:ext cx="11160000" cy="827999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440000"/>
            <a:ext cx="162000" cy="827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51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1B23"/>
                </a:solidFill>
                <a:latin typeface="Calibri"/>
              </a:rPr>
              <a:t>LexRadar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1835999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Monitoramento legislativo em tempo real. Alertas configuráveis por tema, órgão e palavra-chave.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0000" y="162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Assinatura / por cliente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999" y="2376000"/>
            <a:ext cx="11160000" cy="827999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999" y="2376000"/>
            <a:ext cx="162000" cy="827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999" y="2448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1B23"/>
                </a:solidFill>
                <a:latin typeface="Calibri"/>
              </a:rPr>
              <a:t>PoliticaIQ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999" y="2771999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Análise de posicionamento de parlamentares com IA. Mapas de influência e histórico de votações.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0000" y="2556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Assinatura / relatório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999" y="3311999"/>
            <a:ext cx="11160000" cy="827999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3999" y="3311999"/>
            <a:ext cx="162000" cy="827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99" y="3383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1B23"/>
                </a:solidFill>
                <a:latin typeface="Calibri"/>
              </a:rPr>
              <a:t>RegRisk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999" y="3707999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Score de risco regulatório por setor. Identifica ameaças antes que se tornem problemas.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3491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Consultivo + SaaS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4248000"/>
            <a:ext cx="11160000" cy="827999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999" y="4248000"/>
            <a:ext cx="162000" cy="827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999" y="432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1B23"/>
                </a:solidFill>
                <a:latin typeface="Calibri"/>
              </a:rPr>
              <a:t>OpportunityMap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999" y="464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Radar de licitações, PPPs e programas públicos alinhados ao perfil de cada cliente.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0000" y="4428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Comissão + assinatura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99" y="5184000"/>
            <a:ext cx="11160000" cy="827999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3999" y="5184000"/>
            <a:ext cx="162000" cy="827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999" y="5256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1B23"/>
                </a:solidFill>
                <a:latin typeface="Calibri"/>
              </a:rPr>
              <a:t>CrisisMonitor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999" y="55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Calibri"/>
              </a:rPr>
              <a:t>Monitoramento de mídia e redes sociais para detectar crises regulatórias emergentes.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0000" y="5364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Retainer mensal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Pipeline de Inteligência Regulatória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6 agentes em série — da coleta ao cliente final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620000"/>
            <a:ext cx="1728000" cy="34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1620000"/>
            <a:ext cx="1728000" cy="144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1872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5121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448000"/>
            <a:ext cx="158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COLLECTOR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024000"/>
            <a:ext cx="1368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3131999"/>
            <a:ext cx="151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Scraping DOU,
Câmara, Senado,
TCU e portais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6000" y="3060000"/>
            <a:ext cx="2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31B23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4000" y="1620000"/>
            <a:ext cx="1728000" cy="34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04000" y="1620000"/>
            <a:ext cx="1728000" cy="144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1999" y="1872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51218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6000" y="2448000"/>
            <a:ext cx="158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4000" y="3024000"/>
            <a:ext cx="1368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11999" y="3131999"/>
            <a:ext cx="151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Classifica por
tema, urgência
e relevância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000" y="3060000"/>
            <a:ext cx="2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31B23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000" y="1620000"/>
            <a:ext cx="1728000" cy="34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000" y="1620000"/>
            <a:ext cx="1728000" cy="144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6000" y="1872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51218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9999" y="2448000"/>
            <a:ext cx="158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28000" y="3024000"/>
            <a:ext cx="1368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6000" y="3131999"/>
            <a:ext cx="151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Claude API gera
análise técnica
e contexto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3999" y="3060000"/>
            <a:ext cx="2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31B23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2000" y="1620000"/>
            <a:ext cx="1728000" cy="34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2000" y="1620000"/>
            <a:ext cx="1728000" cy="144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000" y="1872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51218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999" y="2448000"/>
            <a:ext cx="158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RISK SCORER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2000" y="3024000"/>
            <a:ext cx="1368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000" y="3131999"/>
            <a:ext cx="151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Score 0–100
por setor e
perfil do cliente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8000" y="3060000"/>
            <a:ext cx="2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31B23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5999" y="1620000"/>
            <a:ext cx="1728000" cy="34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5999" y="1620000"/>
            <a:ext cx="1728000" cy="144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3999" y="1872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51218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7999" y="2448000"/>
            <a:ext cx="158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REPORTER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5999" y="3024000"/>
            <a:ext cx="1368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43999" y="3131999"/>
            <a:ext cx="151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Relatório Word/
PDF formatado
automaticamente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2000" y="3060000"/>
            <a:ext cx="2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31B23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79999" y="1620000"/>
            <a:ext cx="1728000" cy="342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79999" y="1620000"/>
            <a:ext cx="1728000" cy="144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7999" y="1872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51218"/>
                </a:solidFill>
                <a:latin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51999" y="2448000"/>
            <a:ext cx="158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DISPATCHER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59999" y="3024000"/>
            <a:ext cx="1368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87999" y="3131999"/>
            <a:ext cx="151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Entrega via
Email, WhatsApp
ou dashboard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000" y="5256000"/>
            <a:ext cx="11304000" cy="32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0000" y="5292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Orquestrador: n8n  ·  LLM: Claude API (Anthropic)  ·  Entrega: Multi-canal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Arquitetura Tecnológica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Stack moderno, escalável e de baixo custo operacional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512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512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584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1B23"/>
                </a:solidFill>
                <a:latin typeface="Calibri"/>
              </a:rPr>
              <a:t>CAMADA DE COLETA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0" y="1620000"/>
            <a:ext cx="70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Scrapers Python · RSS · APIs públicas (Câmara, Senado, DOU) · Web crawlers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430000"/>
            <a:ext cx="11160000" cy="792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999" y="2430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99" y="250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1B23"/>
                </a:solidFill>
                <a:latin typeface="Calibri"/>
              </a:rPr>
              <a:t>CAMADA DE ORQUESTRAÇÃO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0" y="2538000"/>
            <a:ext cx="70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n8n self-hosted — Workflows visuais, agendamentos, integrações e lógica de negócio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999" y="3348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999" y="3348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34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1B23"/>
                </a:solidFill>
                <a:latin typeface="Calibri"/>
              </a:rPr>
              <a:t>CAMADA DE INTELIGÊNCIA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0000" y="3456000"/>
            <a:ext cx="70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Claude API (Anthropic) — Análise, classificação, scoring, geração de texto e relatórios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4266000"/>
            <a:ext cx="11160000" cy="792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999" y="4266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99" y="433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1B23"/>
                </a:solidFill>
                <a:latin typeface="Calibri"/>
              </a:rPr>
              <a:t>CAMADA DE DADOS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0000" y="4374000"/>
            <a:ext cx="70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Supabase (PostgreSQL) — Armazenamento, histórico, perfis de clientes e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999" y="5183999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3999" y="5183999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99" y="5255999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1B23"/>
                </a:solidFill>
                <a:latin typeface="Calibri"/>
              </a:rPr>
              <a:t>CAMADA DE ENTREGA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5292000"/>
            <a:ext cx="70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Email (SMTP) · WhatsApp (Evolution API) · Dashboard Next.js · PDF/Docx gerado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Plano de Implementação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Quatro fases progressivas — do diagnóstico ao produto completo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512000"/>
            <a:ext cx="5400000" cy="216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512000"/>
            <a:ext cx="54000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99" y="17640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Calibri"/>
              </a:rPr>
              <a:t>FASE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4000" y="1764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F6368"/>
                </a:solidFill>
                <a:latin typeface="Calibri"/>
              </a:rPr>
              <a:t>30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99" y="216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Fundação 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99" y="2592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Site profissional
Setup Google Analytics
Perfis redes sociais
Identidade visual digital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1512000"/>
            <a:ext cx="5400000" cy="216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999" y="1512000"/>
            <a:ext cx="54000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7999" y="17640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Calibri"/>
              </a:rPr>
              <a:t>FASE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4000" y="1764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F6368"/>
                </a:solidFill>
                <a:latin typeface="Calibri"/>
              </a:rPr>
              <a:t>60 dias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7999" y="216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Automação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7999" y="2592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Monitoramento legislativo automatizado
Alertas configurados por cliente
Primeiros relatórios automáticos
CRM integrado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3851999"/>
            <a:ext cx="5400000" cy="216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999" y="3851999"/>
            <a:ext cx="54000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99" y="4103999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Calibri"/>
              </a:rPr>
              <a:t>FASE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4000" y="4103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F6368"/>
                </a:solidFill>
                <a:latin typeface="Calibri"/>
              </a:rPr>
              <a:t>90 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99" y="450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SaaS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999" y="4932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LexRadar em produção
Dashboard por cliente
Onboarding dos primeiros assinantes
Documentação e suporte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999" y="3851999"/>
            <a:ext cx="5400000" cy="216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999" y="3851999"/>
            <a:ext cx="54000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7999" y="4103999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B23"/>
                </a:solidFill>
                <a:latin typeface="Calibri"/>
              </a:rPr>
              <a:t>FASE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4000" y="4103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F6368"/>
                </a:solidFill>
                <a:latin typeface="Calibri"/>
              </a:rPr>
              <a:t>180 dias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7999" y="450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Escala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7999" y="4932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Portfolio completo (5 produtos)
Time de CS
Parcerias estratégicas
Receita recorrente consolidada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ROI &amp; Métricas Esperadas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Projeções conservadoras para os primeiros 12 meses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20000"/>
            <a:ext cx="3528000" cy="1728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99" y="1908000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31B23"/>
                </a:solidFill>
                <a:latin typeface="Calibri"/>
              </a:rPr>
              <a:t>40h/mês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000" y="2700000"/>
            <a:ext cx="2700000" cy="288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99" y="2772000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Horas economizadas
em monitoramento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6000" y="1620000"/>
            <a:ext cx="3528000" cy="1728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0" y="1908000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31B23"/>
                </a:solidFill>
                <a:latin typeface="Calibri"/>
              </a:rPr>
              <a:t>3–5×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6000" y="2700000"/>
            <a:ext cx="2700000" cy="288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0" y="2772000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Ampliação do alcance
de prospecção digital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7999" y="1620000"/>
            <a:ext cx="3528000" cy="1728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999" y="1908000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31B23"/>
                </a:solidFill>
                <a:latin typeface="Calibri"/>
              </a:rPr>
              <a:t>R$ 8–15k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67999" y="2700000"/>
            <a:ext cx="2700000" cy="288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1999" y="2772000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Novos contratos mensais
via inbound marketing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3600000"/>
            <a:ext cx="3528000" cy="1728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999" y="3888000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31B23"/>
                </a:solidFill>
                <a:latin typeface="Calibri"/>
              </a:rPr>
              <a:t>R$ 5–20k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000" y="4680000"/>
            <a:ext cx="2700000" cy="288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999" y="4752000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MRR potencial
de assinaturas SaaS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6000" y="3600000"/>
            <a:ext cx="3528000" cy="1728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0000" y="3888000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31B23"/>
                </a:solidFill>
                <a:latin typeface="Calibri"/>
              </a:rPr>
              <a:t>&lt; 90 dias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16000" y="4680000"/>
            <a:ext cx="2700000" cy="288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0000" y="4752000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Payback estimado
do investimento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07999" y="3600000"/>
            <a:ext cx="3528000" cy="1728000"/>
          </a:xfrm>
          <a:prstGeom prst="rect">
            <a:avLst/>
          </a:prstGeom>
          <a:solidFill>
            <a:srgbClr val="1C1C1C"/>
          </a:solidFill>
          <a:ln w="12700">
            <a:solidFill>
              <a:srgbClr val="E3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1999" y="3888000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31B23"/>
                </a:solidFill>
                <a:latin typeface="Calibri"/>
              </a:rPr>
              <a:t>10–30 clientes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67999" y="4680000"/>
            <a:ext cx="2700000" cy="288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1999" y="4752000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Base assinante
no primeiro ano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Modelo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Três modalidades de engajamento com a LocalRise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512000"/>
            <a:ext cx="3600000" cy="450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512000"/>
            <a:ext cx="3600000" cy="18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99" y="2088000"/>
            <a:ext cx="3311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99" y="2592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Implantação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000" y="2951999"/>
            <a:ext cx="2880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060000"/>
            <a:ext cx="32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Site + identidade digital
Setup automação básica
Primeiro relatório automático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99" y="5112000"/>
            <a:ext cx="331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 partir de
R$ 3.500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6000" y="1512000"/>
            <a:ext cx="3600000" cy="450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6000" y="1512000"/>
            <a:ext cx="3600000" cy="18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4000" y="1710000"/>
            <a:ext cx="338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★ MAIS ESCOLHIDO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0" y="2088000"/>
            <a:ext cx="3311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2592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Recomendado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16000" y="2951999"/>
            <a:ext cx="2880000" cy="2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6000" y="3060000"/>
            <a:ext cx="32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Tudo do Starter
+ LexRadar MVP
+ Dashboard de clientes
+ 3 meses de suporte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0000" y="5112000"/>
            <a:ext cx="331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 partir de
R$ 6.800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7999" y="1512000"/>
            <a:ext cx="3600000" cy="4500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07999" y="1512000"/>
            <a:ext cx="3600000" cy="18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1999" y="2088000"/>
            <a:ext cx="3311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1999" y="2592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Calibri"/>
              </a:rPr>
              <a:t>Parceria Plena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67999" y="2951999"/>
            <a:ext cx="2880000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7999" y="3060000"/>
            <a:ext cx="32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Tudo do Growth
+ Portfolio completo
+ White-label
+ Revenue share SaaS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999" y="5112000"/>
            <a:ext cx="331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Sob consulta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000" y="0"/>
            <a:ext cx="11987999" cy="792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00" y="108000"/>
            <a:ext cx="1224000" cy="163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216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Por que LocalRise Advisory?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007999"/>
            <a:ext cx="9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O parceiro certo para esta transformação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26000"/>
            <a:ext cx="12192119" cy="43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Confidencial | LocalRise Advisory × Capitol Consultoria |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6498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31B23"/>
                </a:solidFill>
                <a:latin typeface="Calibri"/>
              </a:rPr>
              <a:t>localrise.com.br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512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1512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584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B23"/>
                </a:solidFill>
                <a:latin typeface="Calibri"/>
              </a:rPr>
              <a:t>01  Especialistas em Gov-Tech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1908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Profundo conhecimento do mercado de relações governamentais, compliance e inteligência regulatória.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448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999" y="2448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99" y="252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B23"/>
                </a:solidFill>
                <a:latin typeface="Calibri"/>
              </a:rPr>
              <a:t>02  Stack proprietária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999" y="2844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Automações desenvolvidas internamente com n8n + Claude API — sem dependência de ferramentas de terceiros caras.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999" y="3384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999" y="3384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3456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B23"/>
                </a:solidFill>
                <a:latin typeface="Calibri"/>
              </a:rPr>
              <a:t>03  Entrega orientada a 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999" y="3780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Não vendemos horas. Vendemos outcomes: leads, relatórios, alertas e receita recorrente gerados.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4320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999" y="4320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99" y="439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B23"/>
                </a:solidFill>
                <a:latin typeface="Calibri"/>
              </a:rPr>
              <a:t>04  Modelo de parceria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" y="4716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Alinhamento via revenue share em produtos SaaS — nosso sucesso é o seu sucesso.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999" y="5256000"/>
            <a:ext cx="11160000" cy="79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3999" y="5256000"/>
            <a:ext cx="162000" cy="79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99" y="5328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B23"/>
                </a:solidFill>
                <a:latin typeface="Calibri"/>
              </a:rPr>
              <a:t>05  Velocidade de implantação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99" y="5652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Calibri"/>
              </a:rPr>
              <a:t>MVP rodando em 30–60 dias. Sem projetos longos de TI. Sem burocracia.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0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0000" y="0"/>
            <a:ext cx="6252120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000" y="0"/>
            <a:ext cx="288000" cy="6858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1440000" cy="19201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152000"/>
            <a:ext cx="50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Próximos
Passos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808000"/>
            <a:ext cx="4680000" cy="43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50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1.  Validar escopo e prioridades (esta reunião)
2.  Proposta formal com cronograma detalhado
3.  Kickoff em até 15 dias após assinatura
4.  Primeiro entregável em até 30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8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Sao Paulo, 08 de abril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900000"/>
            <a:ext cx="54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Vamos
construir
juntos?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000" y="3600000"/>
            <a:ext cx="54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LocalRise Advisory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2000" y="4104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Nicolas Slater
Diretoria Comercial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4932000"/>
            <a:ext cx="504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2000" y="504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contato@localrise.com.br
localrise.com.br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