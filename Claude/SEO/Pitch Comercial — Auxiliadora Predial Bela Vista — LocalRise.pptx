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CAPA
Cumprimente o decisor pelo nome. Apresente-se com confiança.
"Muito obrigado pelo tempo. Eu preparei esse material especificamente para vocês — não é uma apresentação genérica. Tudo o que você vai ver aqui foi baseado no que eu encontrei analisando o mercado do Bela Vista e a presença digital desta unidade. Vou mostrar onde existe oportunidade real e como a LocalRise pode ajudar vocês a capturá-la. Leva uns 20 minutos — prometo que vai valer cada minuto."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CHOQUE DE REALIDADE
Abra forte. Não comece com "então, sobre a empresa..."
"Vou começar com uma pergunta: quando alguém quer comprar um apartamento no Bela Vista hoje, o que essa pessoa faz primeiro? Ela abre o Google. 87% dos compradores pesquisam online antes de entrar em contato com uma imobiliária. E quem aparece primeiro leva o lead. Imobiliárias que investem em Google Ads captam 3,4x mais leads do que as que dependem só de portais. Agora — eu verifiquei — e a Auxiliadora Bela Vista hoje está investindo R$ 0 no Google. Zero. Isso é o que eu quero mudar."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O PROBLEMA REAL
Mostre que você entende o negócio deles, não apenas marketing.
"O ZAP e o Viva Real são ferramentas úteis. O problema é que eles são o único canal. Quando você paga um portal, o lead que chega não é exclusivo — ele já foi exibido para outras 3, 4, 5 imobiliárias na mesma página. Você está competindo pelo mesmo lead que o seu concorrente acabou de receber. E se o portal aumentar o preço amanhã? Ou mudar o algoritmo? Você não tem alternativa. Isso não é crescimento — é dependência."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OPORTUNIDADE NO MERCADO
Use os dados do bairro para criar ancoragem de valor. O decisor precisa sentir o tamanho da oportunidade.
"Vou mostrar por que o timing é perfeito. O Bela Vista foi o bairro com maior valorização de Porto Alegre em 2025 — o ticket médio de venda saltou de R$ 1 milhão para R$ 2,72 milhões em 12 meses. Uma única comissão de venda vale R$ 136 mil. Agora me diz: se a estratégia digital capturar apenas uma venda extra por ano que antes ia para um concorrente — o investimento se paga quantas vezes?"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DIAGNÓSTICO
Este é o momento de demonstrar que você fez o trabalho. Mostre os dados reais.
"Antes de vir aqui, eu analisei a presença digital desta unidade especificamente. Não da rede — desta unidade. O que encontrei foi o seguinte: vocês têm uma base forte — a marca Auxiliadora é reconhecida, o perfil no ZAP está ativo. Mas no Google, que é onde o comprador começa a jornada, a situação é crítica. O perfil não está sendo gerenciado, não há anúncios ativos, e o Instagram tem 714 posts com menos de 1.800 seguidores. Isso é sintoma de uma estratégia que não está funcionando para este bairro específico."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O QUE ESTÃO PERDENDO
Nomeie os concorrentes. Isso cria urgência real.
"Deixa eu ser específico. Quando um comprador digita 'apartamento Bela Vista Porto Alegre' no Google agora, quem aparece? A Colnaghi — que tem 30 anos de mercado e blog com conteúdo sobre o bairro. A Bridge, que tem loja física na Rua Jaraguá. O TPS Imóveis, que tem conteúdo ranqueado para as palavras-chave certas. A Auxiliadora não aparece nas primeiras posições. Isso não é uma crítica — é uma oportunidade. Porque enquanto eles têm presença, você tem a marca Auxiliadora, que é mais forte. Só precisamos colocar a marca no lugar certo."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A VIRADA DE JOGO
Plante a visão. O decisor precisa ver como vai ser depois de contratar.
"Agora vou mostrar como é diferente quando você tem um sistema de geração de leads proprietário. Em vez de esperar o portal distribuir leads — você chama o lead. Em vez de competir com 5 imobiliárias pelo mesmo comprador — você é o único que apareceu pra ele. Em vez de depender de quanto o ZAP decidiu cobrar esse mês — você tem controle. É a diferença entre pescar com rede de outro e ter a sua própria rede no mar."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A SOLUÇÃO
Seja específico. Não venda "marketing" — venda resultado.
"A LocalRise trabalha em três frentes integradas. Primeiro: Google Ads. Quando alguém digitar 'apartamento à venda Bela Vista' no Google amanhã, o anúncio da Auxiliadora vai aparecer. E quando clicar, vai direto para o WhatsApp de um corretor. Segundo: o Google Business Profile — a ficha do Google que aparece no mapa. A gente vai otimizar e gerenciar isso para vocês aparecerem no top 3 organicamente. Terceiro: Meta Ads — Facebook e Instagram para alcançar compradores e vendedores que nem sabem que precisam de vocês ainda."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COMO FUNCIONA
Tornar o processo tangível. O decisor precisa visualizar o que vai receber.
"O processo é simples. A gente começa com uma semana de estratégia — mapeamos o que as pessoas estão buscando sobre o Bela Vista e o que os concorrentes estão fazendo. Na segunda semana, os anúncios estão no ar. Quando alguém clica, vai direto para o WhatsApp de um corretor — com a mensagem 'Tenho interesse no apartamento'. Ou seja, o lead chega pronto para atendimento. E todo mês, vocês recebem um relatório mostrando quantos leads chegaram, quanto custou cada um e o que foi ajustado."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ROI
Este slide fecha o contrato. Deixe o silêncio trabalhar depois da última linha.
"Vou mostrar o cálculo que muda a conversa. O ticket médio de venda aqui é R$ 2,72 milhões. A comissão é R$ 136 mil. O investimento mensal na estratégia completa é aproximadamente R$ 4.000 a R$ 6.000 — isso inclui gestão e mídia. Em 12 meses, o investimento total é em torno de R$ 60 mil. Se a estratégia gerar uma venda que de outra forma não teria acontecido — apenas uma — o ROI é de mais de 2x. Duas vendas extras e o retorno é 4x. [pausa] A pergunta não é 'vale a pena contratar'. A pergunta é: quantas comissões vocês já perderam enquanto não tinham isso?"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DIFERENCIAL
Não fique neste slide muito tempo. É para remover objeções, não para vender.
"Deixa eu ser direto sobre o que nos diferencia. A maioria das agências cobra por pacote e entrega relatório bonito. Nós cobramos pelo resultado — leads qualificados chegando para os seus corretores. Segundo ponto: trabalhamos especificamente para imobiliárias. Sabemos que o ciclo de venda de um imóvel é diferente de vender um produto de e-commerce. A copy dos anúncios, a segmentação, o horário das campanhas — tudo é pensado para o comprador de imóvel do Bela Vista. E se não entregar, não temos problema em encerrar — porque confiamos no resultado."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MODELO DE PARCERIA
Apresente a progressão de forma que pareça natural, não um upsell forçado.
"A ideia é simples: começamos lean e focado. A Fase 1 é o que chamamos de Domínio Bela Vista — Google Ads e GBP ativos, com resultados mensuráveis em até 15 dias. Quando o resultado aparecer — e vai aparecer — a gente expande para Meta Ads, conteúdo e landing page. E na Fase 3, o objetivo é que a Auxiliadora Bela Vista tenha o seu próprio sistema de geração de leads, independente de qualquer portal. Mas para chegar lá, a gente começa com o primeiro passo. Que é agora."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URGÊNCIA
Seja firme mas não agressivo. A urgência deve ser real, não artificial.
"Vou ser honesto com vocês: a janela está se fechando. O Bela Vista está no radar de todo mundo agora. A Colnaghi está lá faz anos. A Bridge está lá. O TPS está lá. Cada semana que passa, é mais difícil e caro conquistar posição no Google — porque o concorrente vai estar ainda mais estabelecido. Quem chega primeiro em um bairro premium no Google — fica. Não é medo. É lógica de mercado: autoridade digital se constrói com tempo, e o relógio já está correndo."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— FECHAMENTO
Feche com confiança. Não peça — convide.
"Então — o próximo passo é simples. Eu preciso de 30 minutos com vocês para alinhar o briefing e entender melhor o perfil do comprador que a unidade quer atingir. Com isso, em até 7 dias os anúncios estão no ar. E em 7 a 15 dias vocês já vão ver os primeiros leads chegando. Não é promessa vaga — é o processo que a gente já executou. [olhe direto para o decisor] Quando a gente consegue marcar esse briefing?"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80000">
            <a:off x="-914400" y="3474720"/>
            <a:ext cx="12801600" cy="27432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914400" y="3840480"/>
            <a:ext cx="12801600" cy="27432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Exclusiva de Crescimento Digital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Auxiliadora Predial
</a:t>
            </a:r>
            <a:endParaRPr lang="en-US" sz="4600" dirty="0"/>
          </a:p>
          <a:p>
            <a:pPr indent="0" marL="0">
              <a:buNone/>
            </a:pPr>
            <a:r>
              <a:rPr lang="en-US" sz="3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Bela Vista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gerar leads exclusivos e parar de depender dos portais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Março de 2026  · 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CHOQUE DE REALIDADE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2/14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você lê isso,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está perdendo um cliente.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2651760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0428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compradores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pesquisam no Google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contatar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imobiliária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194560"/>
            <a:ext cx="2651760" cy="18288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230428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3,4x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4612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leads para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imobiliárias 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vs.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portais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651760" cy="18288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30428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03504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 hoje pela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Auxiliadora Bela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em Google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Meta Ads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O PROBLEMA REAL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3/14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atual tem um problema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custa caro todo mês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746504"/>
            <a:ext cx="292608" cy="29260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719072"/>
            <a:ext cx="7388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e Viva Real cobram mensalidade fixa — e entregam leads compartilhados com 3 a 5 concorrentes simultaneamente.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292608" cy="29260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286000"/>
            <a:ext cx="7388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pelo portal já visitou outras imobiliárias. Você compete em preço, não em relacionamento.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92608" cy="29260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852928"/>
            <a:ext cx="7388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canal próprio de aquisição, o crescimento da unidade depende do que o portal decidir entregar.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292608" cy="29260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3419856"/>
            <a:ext cx="7388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campanha ativa no Google ou Meta = zero controle sobre o volume de leads que chega por semana.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292608" cy="29260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986784"/>
            <a:ext cx="7388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portal aumentar o preço ou mudar o algoritmo, a unidade sente imediatamente — sem alternativa.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OPORTUNIDADE NO MERCADO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4/14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Bela Vista está em chamas.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vai dominar esse mercado.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2743200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470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+162,5%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do bairro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12 meses (2024→2025)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743200" cy="13716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8470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R$ 2,72M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de venda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Bela Vista em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697480" cy="13716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84708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R$ 136K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035040" y="2560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por venda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— por transação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Bela Vista é o bairro mais valorizado de Porto Alegre em 2025.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639312"/>
            <a:ext cx="7845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chegou a R$ 21.220 em média — com picos de R$ 29.798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4041648"/>
            <a:ext cx="7845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de alto padrão pesquisam online com intenção de compra real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471416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4443984"/>
            <a:ext cx="7845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 sem presença digital é uma comissão de R$ 136 mil indo para o concorrente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DIAGNÓSTICO — AUXILIADORA PREDIAL BELA VISTA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5/14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Analisamos a presença digital desta unidade. Aqui está o que encontramos: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3931920" cy="1737360"/>
          </a:xfrm>
          <a:prstGeom prst="rect">
            <a:avLst/>
          </a:prstGeom>
          <a:solidFill>
            <a:srgbClr val="EAF7E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98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PONTOS FORTES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737360"/>
            <a:ext cx="36576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Marca com reconhecimento regional (rede Auxiliadora)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Presença ativa no ZAP Imóveis (perfil 643982)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Localização premium na Rua Anita Garibaldi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4160520" cy="173736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PONTOS FRACOS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9744" y="1737360"/>
            <a:ext cx="38404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Business Profile não gerenciado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Instagram: 714 posts → apenas 1.741 seguidores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páginas de Facebook simultâneas (fragmentação)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R$ 0 em Google Ads ou Meta Ads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182112"/>
            <a:ext cx="8549640" cy="1389888"/>
          </a:xfrm>
          <a:prstGeom prst="rect">
            <a:avLst/>
          </a:prstGeom>
          <a:solidFill>
            <a:srgbClr val="FFF8E7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182112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ONDE ESTÃO PERDENDO DINHEIRO AGORA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" y="3602736"/>
            <a:ext cx="82296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de alta intenção buscando "apartamento Bela Vista" no Google → clicam nos anúncios da Colnaghi e da Bridge → a Auxiliadora não aparece. Isso acontece dezenas de vezes por semana.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O QUE ESTÃO PERDENDO HOJE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6/14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concorrentes estão capturando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leads que deveriam ser seus.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" y="1755648"/>
            <a:ext cx="2834640" cy="2542032"/>
          </a:xfrm>
          <a:prstGeom prst="rect">
            <a:avLst/>
          </a:prstGeom>
          <a:solidFill>
            <a:srgbClr val="122840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755648"/>
            <a:ext cx="283464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92024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Colnaghi Imóveis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" y="2331720"/>
            <a:ext cx="250545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anos de mercado. Blog com conteúdo sobre o Bela Vista. Posicionamento exclusivo high-end. Ranqueada no Google para "imóvel Bela Vista".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755648"/>
            <a:ext cx="2834640" cy="2542032"/>
          </a:xfrm>
          <a:prstGeom prst="rect">
            <a:avLst/>
          </a:prstGeom>
          <a:solidFill>
            <a:srgbClr val="122840"/>
          </a:solidFill>
          <a:ln w="25400">
            <a:solidFill>
              <a:srgbClr val="E852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755648"/>
            <a:ext cx="2834640" cy="10972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92024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Imóveis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50545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físico na Rua Jaraguá — dentro do Bela Vista. Presença local direta. Concorrente geográfico imediato.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755648"/>
            <a:ext cx="2834640" cy="2542032"/>
          </a:xfrm>
          <a:prstGeom prst="rect">
            <a:avLst/>
          </a:prstGeom>
          <a:solidFill>
            <a:srgbClr val="12284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755648"/>
            <a:ext cx="283464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92024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Imóveis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5936" y="2331720"/>
            <a:ext cx="250545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 blog otimizado para o bairro. Aparece organicamente em buscas de interesse do comprador do Bela Vista.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074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esses concorrentes dominam o Google, a Auxiliadora Bela Vista está invisível para quem pesquisa online.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·  A VIRADA DE JOGO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7/14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ter um sistema que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leads exclusivos todos os dias.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374904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828800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Leads compartilhados com 5 concorrentes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33088" y="182880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73168" y="1828800"/>
            <a:ext cx="4069080" cy="493776"/>
          </a:xfrm>
          <a:prstGeom prst="rect">
            <a:avLst/>
          </a:prstGeom>
          <a:solidFill>
            <a:srgbClr val="EAF7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82880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Leads exclusivos — só para vocês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374904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54203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Depende do que o portal entrega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33088" y="254203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73168" y="2542032"/>
            <a:ext cx="4069080" cy="493776"/>
          </a:xfrm>
          <a:prstGeom prst="rect">
            <a:avLst/>
          </a:prstGeom>
          <a:solidFill>
            <a:srgbClr val="EAF7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254203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Vocês controlam o volume de leads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255264"/>
            <a:ext cx="374904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255264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Crescimento imprevisível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33088" y="3255264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73168" y="3255264"/>
            <a:ext cx="4069080" cy="493776"/>
          </a:xfrm>
          <a:prstGeom prst="rect">
            <a:avLst/>
          </a:prstGeom>
          <a:solidFill>
            <a:srgbClr val="EAF7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25526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Crescimento previsível e escalável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968496"/>
            <a:ext cx="374904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968496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Invisível no Google para Bela Vista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33088" y="3968496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73168" y="3968496"/>
            <a:ext cx="4069080" cy="493776"/>
          </a:xfrm>
          <a:prstGeom prst="rect">
            <a:avLst/>
          </a:prstGeom>
          <a:solidFill>
            <a:srgbClr val="EAF7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3968496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Primeiros no Google para o bairro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·  A SOLUÇÃO — LOCALRISE ADVISORY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8/14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frentes. Um objetivo: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leads exclusivos para a Auxiliadora Bela Vista.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2834640" cy="2578608"/>
          </a:xfrm>
          <a:prstGeom prst="rect">
            <a:avLst/>
          </a:prstGeom>
          <a:solidFill>
            <a:srgbClr val="112233"/>
          </a:solidFill>
          <a:ln w="254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55648"/>
            <a:ext cx="2834640" cy="12801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38528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LOCAL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" y="2487168"/>
            <a:ext cx="25054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de busca para quem procura imóvel no Bela Vista agora. Palavras-chave de alta intenção. Lead exclusivo direto no WhatsApp.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36976" y="1755648"/>
            <a:ext cx="2834640" cy="2578608"/>
          </a:xfrm>
          <a:prstGeom prst="rect">
            <a:avLst/>
          </a:prstGeom>
          <a:solidFill>
            <a:srgbClr val="112233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1755648"/>
            <a:ext cx="2834640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938528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GBP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01568" y="2487168"/>
            <a:ext cx="25054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e gestão do Google Business Profile. Posicionamento no Local Pack. Reviews ativos. Visibilidade gratuita no Google Maps.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1755648"/>
            <a:ext cx="2834640" cy="2578608"/>
          </a:xfrm>
          <a:prstGeom prst="rect">
            <a:avLst/>
          </a:prstGeom>
          <a:solidFill>
            <a:srgbClr val="112233"/>
          </a:solidFill>
          <a:ln w="25400">
            <a:solidFill>
              <a:srgbClr val="D0E8F4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755648"/>
            <a:ext cx="2834640" cy="128016"/>
          </a:xfrm>
          <a:prstGeom prst="rect">
            <a:avLst/>
          </a:prstGeom>
          <a:solidFill>
            <a:srgbClr val="D0E8F4"/>
          </a:solidFill>
          <a:ln w="12700">
            <a:solidFill>
              <a:srgbClr val="D0E8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1938528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64224" y="2487168"/>
            <a:ext cx="25054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no Facebook e Instagram para compradores e vendedores. Retargeting de visitantes. Segmentação por renda, interesse e localização.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é gerenciado com foco em ROI — resultado que você pode medir em reais.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·  COMO FUNCIONA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9/14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estratégia ao lead qualificado no WhatsApp do corretor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77724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487168"/>
            <a:ext cx="475488" cy="47548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035808"/>
            <a:ext cx="2011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456432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palavras-chave, público e concorrentes do Bela Vista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7832" y="2487168"/>
            <a:ext cx="475488" cy="47548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50592" y="3035808"/>
            <a:ext cx="2011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42032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42032" y="3456432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anúncios no Google e Meta com copy focada em conversão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04104" y="2487168"/>
            <a:ext cx="475488" cy="47548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4104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26864" y="3035808"/>
            <a:ext cx="2011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18304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CHEGA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3456432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clica no anúncio e é direcionado ao WhatsApp ou formulário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0376" y="2487168"/>
            <a:ext cx="475488" cy="47548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0376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03136" y="3035808"/>
            <a:ext cx="2011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94576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4576" y="3456432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Analisamos resultados semanalmente e ajustamos para reduzir custo por lead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1353312"/>
            <a:ext cx="8549640" cy="1024128"/>
          </a:xfrm>
          <a:prstGeom prst="rect">
            <a:avLst/>
          </a:prstGeom>
          <a:solidFill>
            <a:srgbClr val="D0E8F4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1417320"/>
            <a:ext cx="8229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Segmentação por raio geográfico (Bela Vista e bairros vizinhos)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Direcionamento direto para WhatsApp com mensagem pré-preenchida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Relatório mensal com custo por lead, cliques e conversões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·  RESULTADOS ESPERADOS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10/14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cálculo que muda a conversa de custo para investimento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5303520" cy="32461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" y="141732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ROI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19019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de venda no Bela Vista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67328" y="190195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R$ 2.720.000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23957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imobiliária (5%)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67328" y="239572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R$ 136.000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28895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mensal estimado (serviço + mídia)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67328" y="288950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~R$ 4.000–6.000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" y="3383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anual total (12 meses)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67328" y="338328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~R$ 48.000–72.000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" y="3822192"/>
            <a:ext cx="5029200" cy="530352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8770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extras necessárias para pagar 12 meses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67328" y="387705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(uma)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1353312"/>
            <a:ext cx="2944368" cy="148132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46304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7–15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852160" y="217627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para 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leads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Google Ads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2962656"/>
            <a:ext cx="2944368" cy="14813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3072384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852160" y="3785616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para ranquear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Pack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Google Maps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·  POR QUE A LOCALRISE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11/14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somos uma agência genérica.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especialistas em mercado imobiliário local.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5564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100% em resultado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121408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cobramos por horas ou entregáveis. Medimos tudo em leads gerados e custo por aquisição.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90288" y="175564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75564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48656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local específica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48656" y="2121408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campanha é criada para o Bela Vista — não reaproveitamos templates de outros clientes.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7004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em 7 dias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035808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levamos meses para montar estratégia. Em 1 semana os anúncios estão no ar e gerando leads.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90288" y="267004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67004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48656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48656" y="3035808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 com prints das métricas reais — cliques, leads, custo. Nada escondido.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8444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2688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fidelidade forçada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3950208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Confiamos no resultado. Se não entregar o que prometemos, você não tem obrigação de renovar.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90288" y="358444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58444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48656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em imobiliárias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48656" y="3950208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o ciclo de venda imobiliária — da busca à assinatura. O copy e a segmentação são feitos para este setor.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 ·  MODELO DE PARCERIA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12/14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focado. Expandimos quando o resultado aparecer.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" y="1353312"/>
            <a:ext cx="2834640" cy="3218688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53312"/>
            <a:ext cx="2834640" cy="56692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389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27632" y="138988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1–2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Bela Vista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" y="201168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Business Profile otimizado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" y="254203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Campanha Google Ads (palavras-chave do bairro)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" y="3072384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Primeiros leads em 7–15 dias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3602736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Relatório quinzenal de resultados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36976" y="1353312"/>
            <a:ext cx="2834640" cy="3218688"/>
          </a:xfrm>
          <a:prstGeom prst="rect">
            <a:avLst/>
          </a:prstGeom>
          <a:solidFill>
            <a:srgbClr val="FFFFFF"/>
          </a:solidFill>
          <a:ln w="254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36976" y="1353312"/>
            <a:ext cx="2834640" cy="5669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389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08576" y="138988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2–4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74136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Digital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01568" y="201168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Ads (Facebook + Instagram)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254203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Reformulação da estratégia de conteúdo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01568" y="3072384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Unificação das páginas de Facebook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01568" y="3602736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Landing page dedicada à unidade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353312"/>
            <a:ext cx="2834640" cy="3218688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353312"/>
            <a:ext cx="283464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389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138988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4+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Previsível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82512" y="201168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Automação de nutrição de leads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82512" y="254203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Programa de reputação ativa (reviews)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2512" y="3072384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Remarketing e lookalike audiences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82512" y="3602736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de leads exclusivo e independente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 ·  O CUSTO DE NÃO AGIR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</a:t>
            </a:r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Proposta Exclusiva — Auxiliadora Predial Bela Vista</a:t>
            </a:r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13/14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 sem isso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dinheiro que vai para o concorrente.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274320" y="1792224"/>
            <a:ext cx="2816352" cy="2212848"/>
          </a:xfrm>
          <a:prstGeom prst="rect">
            <a:avLst/>
          </a:prstGeom>
          <a:solidFill>
            <a:srgbClr val="112233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2816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2633472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semanas/ano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94436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concorrentes capturam leads que deveriam ser da Auxiliadora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1792224"/>
            <a:ext cx="2816352" cy="2212848"/>
          </a:xfrm>
          <a:prstGeom prst="rect">
            <a:avLst/>
          </a:prstGeom>
          <a:solidFill>
            <a:srgbClr val="112233"/>
          </a:solidFill>
          <a:ln w="25400">
            <a:solidFill>
              <a:srgbClr val="E85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920240"/>
            <a:ext cx="2816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R$136K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55264" y="2633472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venda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9856" y="294436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comissão — e cada venda perdida é uma oportunidade que não volta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6208" y="1792224"/>
            <a:ext cx="2816352" cy="2212848"/>
          </a:xfrm>
          <a:prstGeom prst="rect">
            <a:avLst/>
          </a:prstGeom>
          <a:solidFill>
            <a:srgbClr val="112233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920240"/>
            <a:ext cx="2816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36208" y="2633472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944368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por mês aparece no Google Bela Vista enquanto vocês esperam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domina o Google de um bairro primeiro — mantém essa vantagem. O custo de esperar é maior do que o custo de começar.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20000">
            <a:off x="-1828800" y="3291840"/>
            <a:ext cx="14630400" cy="36576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20000">
            <a:off x="-1828800" y="3749040"/>
            <a:ext cx="14630400" cy="36576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13232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começar?
</a:t>
            </a:r>
            <a:endParaRPr lang="en-US" sz="38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colocar a Auxiliadora Bela Vista</a:t>
            </a:r>
            <a:endParaRPr lang="en-US" sz="38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topo do Google — em 7 dias.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2194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401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6758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Alinhar escopo e briefing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minutos)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926080"/>
            <a:ext cx="2194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36758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no 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até 7 dias úteis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2194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3401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36758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leads 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 15 dias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000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LocalRise Advisory  ·  localriseai@gmail.com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Auxiliadora Predial — Bela Vista</dc:title>
  <dc:subject>PptxGenJS Presentation</dc:subject>
  <dc:creator>LocalRise Advisory</dc:creator>
  <cp:lastModifiedBy>LocalRise Advisory</cp:lastModifiedBy>
  <cp:revision>1</cp:revision>
  <dcterms:created xsi:type="dcterms:W3CDTF">2026-03-30T15:16:56Z</dcterms:created>
  <dcterms:modified xsi:type="dcterms:W3CDTF">2026-03-30T15:16:56Z</dcterms:modified>
</cp:coreProperties>
</file>