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45720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01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603504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229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 de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20040" y="12618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Crescimento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20040" y="170078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20040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do Churrasco  ·  Estância Churrascaria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2907792"/>
            <a:ext cx="1031443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907792"/>
            <a:ext cx="1031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497787" y="2907792"/>
            <a:ext cx="1788566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97787" y="2907792"/>
            <a:ext cx="17885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Meu Negócio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32658" y="2907792"/>
            <a:ext cx="863194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2658" y="2907792"/>
            <a:ext cx="8631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42155" y="2907792"/>
            <a:ext cx="1031443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42155" y="2907792"/>
            <a:ext cx="1031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localrise.com.br  |  @localrise.advisory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vocês não estão crescendo como deveriam?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382" y="137708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Invisível no Google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89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buscam pelo seu serviço, mas encontram o concorrente. Sua empresa não aparece quando importa.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159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82" y="1377086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Presença Digital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107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desatualizado, fotos ruins ou inexistentes. A primeira impressão afasta em vez de atrair.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877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1377086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Perdendo Clientes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825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gestão ativa da reputação e presença online, você perde oportunidades todos os dias.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dos consumidores buscam empresas locais online antes de comprar. Estar presente digitalmente não é opcional.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nós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Especialistas em crescimento digital para negócios locais.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28600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Conectamos negócios locais aos clientes certos, no momento certo, com a estratégia certa — construída especificamente para cada realidade.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520440"/>
            <a:ext cx="1463040" cy="1463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94760" y="182880"/>
            <a:ext cx="36576" cy="47548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0" y="2011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Nossa Missão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23360" y="585216"/>
            <a:ext cx="64008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23360" y="74980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23360" y="74980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87952" y="95097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822" y="1053846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1536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Resultados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160520" y="186537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ação tem um objetivo claro e acompanhado.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510528" y="74980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10528" y="74980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75120" y="95097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90" y="1053846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47688" y="1536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Local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647688" y="186537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Conhecemos os desafios do mercado local.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023360" y="285292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023360" y="285292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87952" y="305409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822" y="3156966"/>
            <a:ext cx="251460" cy="2514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160520" y="3639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 Transparente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160520" y="39684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aberta e acompanhamento próximo.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510528" y="285292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510528" y="285292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675120" y="305409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990" y="3156966"/>
            <a:ext cx="251460" cy="2514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647688" y="3639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Consistente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647688" y="39684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de longo prazo baseado na realidade do negócio.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NOSSOS SERVIÇOS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204825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22960"/>
            <a:ext cx="2048256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37708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" y="1993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0896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Apaça no Google quando clientes buscam pelo seu serviço na sua cidade.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95728" y="822960"/>
            <a:ext cx="204825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95728" y="822960"/>
            <a:ext cx="2048256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63824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038" y="1377086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05456" y="1993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Meu Negócio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05456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otimizado, avaliações gerenciadas e presença maximizada no Maps.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90288" y="822960"/>
            <a:ext cx="204825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90288" y="822960"/>
            <a:ext cx="2048256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58384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598" y="1377086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993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Profissional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rápido, responsivo, que aumenta sua credibilidade e facilita o contato.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84848" y="822960"/>
            <a:ext cx="204825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84848" y="822960"/>
            <a:ext cx="2048256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552944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158" y="1377086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94576" y="1993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&amp; Identidade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94576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Branding, identidade visual e gestão de conteúdo estratégico.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solução construída especificamente para a realidade do seu negócio.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48640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13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7782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Seja encontrado pelos clientes certos.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80% dos consumidores pesquisam online antes de visitar um negócio local. Trabalhamos para aumentar sua visibilidade de forma consistente.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3840480" cy="1536192"/>
          </a:xfrm>
          <a:prstGeom prst="rect">
            <a:avLst/>
          </a:prstGeom>
          <a:solidFill>
            <a:srgbClr val="141414"/>
          </a:solidFill>
          <a:ln w="19050">
            <a:solidFill>
              <a:srgbClr val="CC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personalizado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3493008"/>
            <a:ext cx="35661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estratégia é construída com base nas dores e objetivos do seu negócio. Os resultados variam conforme o mercado e histórico.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entregamos: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585216"/>
            <a:ext cx="54864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749808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749808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859536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30368" y="749808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palavras-chave locais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1408176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1408176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517904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0368" y="1408176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on-page completa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63440" y="2066544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63440" y="2066544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17627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0368" y="2066544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de autoridade local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63440" y="2724912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63440" y="2724912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834640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30368" y="2724912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otimizado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663440" y="3383280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63440" y="3383280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49300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0368" y="3383280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mensais de desempenho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663440" y="4041648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663440" y="4041648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151376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30368" y="4041648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 de posições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109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MEU NEGÓCIO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perfil é a vitrine digital mais vista pelos seus clientes locais.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950976"/>
            <a:ext cx="411480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60704"/>
            <a:ext cx="40050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60704"/>
            <a:ext cx="400507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fazemos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664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e verificação do perfil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226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093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completa de informações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420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523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de fotos e vídeos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" y="29535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resposta de avaliações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0156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1248" y="33832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Publicações periódicas de novidades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31336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1248" y="38130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de métricas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526280" y="1060704"/>
            <a:ext cx="4315968" cy="37307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4709160" y="12344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Nossa abordagem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709160" y="1600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fórmula única. Analisamos o seu negócio, suas dores e objetivos para montar uma estratégia sob medida.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377440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74920" y="2359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personalizado antes de qualquer ação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898648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74920" y="2880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baseada no seu mercado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3419856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74920" y="3401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transparente dos indicadores</a:t>
            </a:r>
            <a:endParaRPr lang="en-US" sz="10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3941064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074920" y="39227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contínuos conforme os resultados evoluem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perfil bem gerenciado aumenta a chance de o cliente escolher você antes mesmo de entrar em contato.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48640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13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PROFISSIONAL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77824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Seu site que trabalha por você.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website profissional aumenta sua credibilidade e facilita o contato com clientes. Estruturamos para que ele trabalhe a seu favor.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3127248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3127248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21868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12724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responsivo (mobile e desktop)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3547872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3547872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63931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" y="35478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otimizada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3968496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3968496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0599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96849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técnico integrado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4389120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4389120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48056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389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Formulários e conversão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800600" y="365760"/>
            <a:ext cx="4114800" cy="2834640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00600" y="365760"/>
            <a:ext cx="411480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19472" y="42062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074920" y="42062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230368" y="42062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94960" y="411480"/>
            <a:ext cx="2560320" cy="201168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394960" y="411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seusite.com.br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4800600" y="658368"/>
            <a:ext cx="4114800" cy="56692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800600" y="65836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Headline Principal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074920" y="1353312"/>
            <a:ext cx="29260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074920" y="1536192"/>
            <a:ext cx="24688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074920" y="1719072"/>
            <a:ext cx="20116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074920" y="1901952"/>
            <a:ext cx="15544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983480" y="2176272"/>
            <a:ext cx="914400" cy="274320"/>
          </a:xfrm>
          <a:prstGeom prst="rect">
            <a:avLst/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099048" y="2176272"/>
            <a:ext cx="914400" cy="274320"/>
          </a:xfrm>
          <a:prstGeom prst="rect">
            <a:avLst/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214616" y="2176272"/>
            <a:ext cx="914400" cy="274320"/>
          </a:xfrm>
          <a:prstGeom prst="rect">
            <a:avLst/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800600" y="3383280"/>
            <a:ext cx="54864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983480" y="340156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dos usuários julgam a credibilidade de uma empresa pelo seu website.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109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 &amp; IDENTIDADE VISUAL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12648"/>
            <a:ext cx="54864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7724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7724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96012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" y="10629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97840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" y="145389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Criamos ou redesenhamos a identidade da sua marca: logo, paleta, tipografia e guia de estilo.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63824" y="77724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77724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96012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710" y="10629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58768" y="97840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Rebranding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91840" y="145389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Modernizamos marcas que precisam se atualizar, mantendo a essência mas elevando o visual.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77724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77724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54496" y="96012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66" y="106299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21424" y="97840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Remodelagem do Instagram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54496" y="145389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Reestruturamos seu perfil do zero: bio, destaques, grid, posicionamento e estratégia.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01168" y="278892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01168" y="278892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9184" y="297180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" y="307467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6112" y="299008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de Perfil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29184" y="346557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já tem perfil: otimizamos bio, links, destaques e consistência visual.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63824" y="278892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63824" y="278892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91840" y="297180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710" y="3074670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58768" y="299008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Flyers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291840" y="346557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digitais, posts, stories e carrosséis com design profissional alinhado à marca.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26480" y="278892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78892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54496" y="297180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366" y="3074670"/>
            <a:ext cx="251460" cy="2514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21424" y="299008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Conteúdo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254496" y="346557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editorial, produção de conteúdo e calendário de publicações estratégico.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marca forte no Instagram gera reconhecimento, confiança e mais oportunidades.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FILOSOFIA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existem promessas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existem estratégias.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cliente tem um mercado diferente, uma história diferente e objetivos diferentes.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8503920" cy="36576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606040"/>
            <a:ext cx="2761488" cy="234086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06040"/>
            <a:ext cx="27614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16352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86968" y="277977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baseado nas suas dores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3218688"/>
            <a:ext cx="248716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qualquer proposta, entendemos seus desafios e o que você quer alcançar. Nenhuma solução é genérica.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64408" y="2606040"/>
            <a:ext cx="2761488" cy="234086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64408" y="2606040"/>
            <a:ext cx="27614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81635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31336" y="277977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promessas vazias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401568" y="3218688"/>
            <a:ext cx="248716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prometemos posições ou números fixos. Prometemos dedicação, transparência e estratégia.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08776" y="2606040"/>
            <a:ext cx="2761488" cy="234086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08776" y="2606040"/>
            <a:ext cx="27614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81635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75704" y="277977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sob medida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345936" y="3218688"/>
            <a:ext cx="248716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escopo é construído junto com o cliente, respeitando a realidade do negócio e o momento do mercado.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TRABALHAMOS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797710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2608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608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Analisamos sua presença digital atual, concorrência e oportunidades de mercado.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04872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04872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63824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63824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63824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038" y="1797710"/>
            <a:ext cx="281635" cy="2816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96312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496312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Desenvolvemos um plano personalizado, alinhado às suas prioridades e à realidade do seu mercado.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08576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08576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67528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7528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367528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742" y="1797710"/>
            <a:ext cx="281635" cy="28163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0016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00016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Implementamos as ações acordadas com cuidado e qualidade, respeitando o escopo definido em conjunto.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12280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12280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571232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571232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7571232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446" y="1797710"/>
            <a:ext cx="281635" cy="28163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03720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903720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periódicos, ajustes de rota e comunicação transparente.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 comunicação em cada etapa da parceria.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0" y="109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 para os dois restaurantes — mesmo dono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850392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607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98755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2 restaurantes: setup + mensalidade com condição especial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481328"/>
            <a:ext cx="4114800" cy="3401568"/>
          </a:xfrm>
          <a:prstGeom prst="rect">
            <a:avLst/>
          </a:prstGeom>
          <a:solidFill>
            <a:srgbClr val="1E1E1E"/>
          </a:solidFill>
          <a:ln w="25400">
            <a:solidFill>
              <a:srgbClr val="CC1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481328"/>
            <a:ext cx="4114800" cy="43891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813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COMPLETO  ★ RECOMENDADO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011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Local + Site + Instagram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inicial: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317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3172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154680"/>
            <a:ext cx="37490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255264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6384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otimizado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576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6384" y="3648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profissional e responsivo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05993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4050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Instagram mensal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709160" y="1481328"/>
            <a:ext cx="4114800" cy="340156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1481328"/>
            <a:ext cx="411480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46320" y="14813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ESSENCIAL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846320" y="2011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Local + Site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463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inicial: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58368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84632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583680" y="2798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846320" y="3154680"/>
            <a:ext cx="37490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255264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75504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otimizado</a:t>
            </a:r>
            <a:endParaRPr lang="en-US" sz="10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657600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75504" y="3648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profissional e responsivo</a:t>
            </a:r>
            <a:endParaRPr lang="en-US" sz="10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4059936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75504" y="4050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mensal de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45720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566928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0467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"O mercado já está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2984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acontecendo."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199339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é se vocês vão liderar ou ficar para trás.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2697480"/>
            <a:ext cx="420624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834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" y="3218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localriseai@gmail.com  ·  @localrise.advisory  ·  (51) 98201-6945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LocalRise Advisory</dc:title>
  <dc:subject>PptxGenJS Presentation</dc:subject>
  <dc:creator>LocalRise Advisory</dc:creator>
  <cp:lastModifiedBy>LocalRise Advisory</cp:lastModifiedBy>
  <cp:revision>1</cp:revision>
  <dcterms:created xsi:type="dcterms:W3CDTF">2026-03-31T22:00:04Z</dcterms:created>
  <dcterms:modified xsi:type="dcterms:W3CDTF">2026-03-31T22:00:04Z</dcterms:modified>
</cp:coreProperties>
</file>