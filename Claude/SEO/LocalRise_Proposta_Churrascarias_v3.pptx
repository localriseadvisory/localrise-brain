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0" y="0"/>
            <a:ext cx="4023360" cy="514350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457200"/>
            <a:ext cx="2834640" cy="2834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20116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LocalRise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20040" y="603504"/>
            <a:ext cx="914400" cy="4572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822960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Proposta de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320040" y="1261872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Crescimento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320040" y="1700784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Digital.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320040" y="2450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 do Churrasco  ·  Estância Churrascaria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0040" y="2907792"/>
            <a:ext cx="1031443" cy="292608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2907792"/>
            <a:ext cx="103144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Local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497787" y="2907792"/>
            <a:ext cx="1788566" cy="292608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497787" y="2907792"/>
            <a:ext cx="178856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Meu Negócio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432658" y="2907792"/>
            <a:ext cx="863194" cy="292608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32658" y="2907792"/>
            <a:ext cx="86319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442155" y="2907792"/>
            <a:ext cx="1031443" cy="292608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42155" y="2907792"/>
            <a:ext cx="103144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20040" y="47731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Preparado por LocalRise Advisory  ·  Março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encontramos nos dois restaurantes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651760" cy="3968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651760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1261872"/>
            <a:ext cx="512064" cy="512064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9382" y="1377086"/>
            <a:ext cx="281635" cy="2816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19933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Quase invisíveis no Google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38912" y="2423160"/>
            <a:ext cx="23317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 do Churrasco: 943 avaliações. Estância Churrascaria: apenas 21. Sem volume, o algoritmo não ranqueia — independente da nota.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46120" y="822960"/>
            <a:ext cx="2651760" cy="3968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822960"/>
            <a:ext cx="2651760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15968" y="1261872"/>
            <a:ext cx="512064" cy="512064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1182" y="1377086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83280" y="19933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Perfis incompletos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410712" y="2423160"/>
            <a:ext cx="23317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telefone cadastrado, sem site, categorias erradas e fotos que não vendem o negócio. A primeira impressão falha antes do cliente chegar.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17920" y="822960"/>
            <a:ext cx="2651760" cy="3968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17920" y="822960"/>
            <a:ext cx="2651760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287768" y="1261872"/>
            <a:ext cx="512064" cy="512064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2982" y="1377086"/>
            <a:ext cx="281635" cy="28163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55080" y="19933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Avaliações sem resposta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382512" y="2423160"/>
            <a:ext cx="23317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negativos sem retorno público destroem a reputação online. Cada avaliação sem resposta é um cliente que não volta.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0" y="4873752"/>
            <a:ext cx="73152" cy="27432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201168" y="4873752"/>
            <a:ext cx="8732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baseado em análise das avaliações reais e presença digital de ambos os restaurantes.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4630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LocalRise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548640"/>
            <a:ext cx="914400" cy="4572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9494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C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859536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Terra do Churrasco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31673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 ★  |  943 avaliações no Google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627632"/>
            <a:ext cx="3749040" cy="3657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737360"/>
            <a:ext cx="3794760" cy="475488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801368"/>
            <a:ext cx="347472" cy="347472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837944"/>
            <a:ext cx="246888" cy="2468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1737360"/>
            <a:ext cx="3218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de avaliações muito baixo para o nível de movimento do restaurante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0040" y="2267712"/>
            <a:ext cx="3794760" cy="475488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84048" y="2331720"/>
            <a:ext cx="347472" cy="347472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2368296"/>
            <a:ext cx="246888" cy="2468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22960" y="2267712"/>
            <a:ext cx="3218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Múltiplas avaliações 1★ sobre atendimento — sem resposta pública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20040" y="2798064"/>
            <a:ext cx="3794760" cy="475488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84048" y="2862072"/>
            <a:ext cx="347472" cy="347472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898648"/>
            <a:ext cx="246888" cy="2468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2960" y="2798064"/>
            <a:ext cx="3218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Cardápio físico não corresponde ao que é divulgado no Instagram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20040" y="3328416"/>
            <a:ext cx="3794760" cy="475488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84048" y="3392424"/>
            <a:ext cx="347472" cy="347472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3429000"/>
            <a:ext cx="246888" cy="2468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22960" y="3328416"/>
            <a:ext cx="3218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 no perfil desatualizadas — não representam o potencial do local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20040" y="3858768"/>
            <a:ext cx="3794760" cy="475488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84048" y="3922776"/>
            <a:ext cx="347472" cy="347472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3959352"/>
            <a:ext cx="246888" cy="24688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22960" y="3858768"/>
            <a:ext cx="3218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estratégia ativa para captar novas avaliações positivas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480560" y="0"/>
            <a:ext cx="4663440" cy="5143500"/>
          </a:xfrm>
          <a:prstGeom prst="rect">
            <a:avLst/>
          </a:prstGeom>
          <a:solidFill>
            <a:srgbClr val="0F0F0F"/>
          </a:solidFill>
          <a:ln w="12700">
            <a:solidFill>
              <a:srgbClr val="0F0F0F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4663440" y="25603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Voz do cliente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4663440" y="612648"/>
            <a:ext cx="457200" cy="36576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663440" y="777240"/>
            <a:ext cx="4224528" cy="256032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663440" y="777240"/>
            <a:ext cx="4224528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4800600" y="932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“</a:t>
            </a:r>
            <a:endParaRPr lang="en-US" sz="4200" dirty="0"/>
          </a:p>
        </p:txBody>
      </p:sp>
      <p:sp>
        <p:nvSpPr>
          <p:cNvPr id="35" name="Text 28"/>
          <p:cNvSpPr/>
          <p:nvPr/>
        </p:nvSpPr>
        <p:spPr>
          <a:xfrm>
            <a:off x="4828032" y="1353312"/>
            <a:ext cx="39319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atendimento deixou muito a desejar. Pedi um corte e vieram errado, sem satisfação nenhuma do garcom. A nota boa do lugar não reflete a experiência que tive.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4828032" y="27614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Cliente real, Terra do Churrasco, 1★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4663440" y="3520440"/>
            <a:ext cx="4224528" cy="1353312"/>
          </a:xfrm>
          <a:prstGeom prst="rect">
            <a:avLst/>
          </a:prstGeom>
          <a:solidFill>
            <a:srgbClr val="141414"/>
          </a:solidFill>
          <a:ln w="19050">
            <a:solidFill>
              <a:srgbClr val="CC1020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4800600" y="362102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problema não é a nota.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4800600" y="395020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943 avaliações, o Terra ainda é invisível contra restaurantes com 7 mil+. Boa nota sem volume = não aparecer no Maps.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4630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LocalRise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548640"/>
            <a:ext cx="914400" cy="4572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9494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C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859536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Estância Churrascaria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31673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 ★  |  21 avaliações no Google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627632"/>
            <a:ext cx="3749040" cy="3657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737360"/>
            <a:ext cx="3794760" cy="475488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801368"/>
            <a:ext cx="347472" cy="347472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837944"/>
            <a:ext cx="246888" cy="2468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1737360"/>
            <a:ext cx="3218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Apenas 21 avaliações — perfil quase invisível no Google Maps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0040" y="2267712"/>
            <a:ext cx="3794760" cy="475488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84048" y="2331720"/>
            <a:ext cx="347472" cy="347472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2368296"/>
            <a:ext cx="246888" cy="2468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22960" y="2267712"/>
            <a:ext cx="3218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3.6 ★ — abaixo da média de churrascarias na região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20040" y="2798064"/>
            <a:ext cx="3794760" cy="475488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84048" y="2862072"/>
            <a:ext cx="347472" cy="347472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898648"/>
            <a:ext cx="246888" cy="2468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2960" y="2798064"/>
            <a:ext cx="3218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telefone cadastrado no perfil Google — cliente não consegue ligar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20040" y="3328416"/>
            <a:ext cx="3794760" cy="475488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84048" y="3392424"/>
            <a:ext cx="347472" cy="347472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3429000"/>
            <a:ext cx="246888" cy="2468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22960" y="3328416"/>
            <a:ext cx="3218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site profissional — perde credibilidade antes da visita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20040" y="3858768"/>
            <a:ext cx="3794760" cy="475488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84048" y="3922776"/>
            <a:ext cx="347472" cy="347472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3959352"/>
            <a:ext cx="246888" cy="24688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22960" y="3858768"/>
            <a:ext cx="3218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posts no Instagram sem estratégia — conta sem crescimento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480560" y="0"/>
            <a:ext cx="4663440" cy="5143500"/>
          </a:xfrm>
          <a:prstGeom prst="rect">
            <a:avLst/>
          </a:prstGeom>
          <a:solidFill>
            <a:srgbClr val="0F0F0F"/>
          </a:solidFill>
          <a:ln w="12700">
            <a:solidFill>
              <a:srgbClr val="0F0F0F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4663440" y="25603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Voz do cliente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4663440" y="612648"/>
            <a:ext cx="457200" cy="36576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663440" y="777240"/>
            <a:ext cx="4224528" cy="256032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663440" y="777240"/>
            <a:ext cx="4224528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4800600" y="932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“</a:t>
            </a:r>
            <a:endParaRPr lang="en-US" sz="4200" dirty="0"/>
          </a:p>
        </p:txBody>
      </p:sp>
      <p:sp>
        <p:nvSpPr>
          <p:cNvPr id="35" name="Text 28"/>
          <p:cNvSpPr/>
          <p:nvPr/>
        </p:nvSpPr>
        <p:spPr>
          <a:xfrm>
            <a:off x="4828032" y="1353312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Estou tentando há dias contato pelo Instagram e nada de retornarem, tendo em vista que lugar algum tem um telefone disponível.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4828032" y="250545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Cliente real, Estância Churrascaria, 2★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4663440" y="3520440"/>
            <a:ext cx="4224528" cy="1353312"/>
          </a:xfrm>
          <a:prstGeom prst="rect">
            <a:avLst/>
          </a:prstGeom>
          <a:solidFill>
            <a:srgbClr val="141414"/>
          </a:solidFill>
          <a:ln w="19050">
            <a:solidFill>
              <a:srgbClr val="CC1020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4800600" y="362102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cliente queria vir. Não conseguiu chegar.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4800600" y="395020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telefone, sem site e sem resposta no Instagram, o restaurante perde clientes antes de servi-los. Esse problema tem solução imediata.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restaurantes. Um dono. Dobro do potencial.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651760" cy="3968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651760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1261872"/>
            <a:ext cx="512064" cy="512064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9382" y="1377086"/>
            <a:ext cx="281635" cy="2816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19933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Mesma gestão, duas marcas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38912" y="2423160"/>
            <a:ext cx="23317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dono administra dois restaurantes com os mesmos problemas digitais. Uma estratégia integrada resolve os dois de forma mais eficiente e coesa.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46120" y="822960"/>
            <a:ext cx="2651760" cy="3968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822960"/>
            <a:ext cx="2651760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15968" y="1261872"/>
            <a:ext cx="512064" cy="512064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1182" y="1377086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83280" y="19933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canais, mais voz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410712" y="2423160"/>
            <a:ext cx="23317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dois perfis otimizados, a presença do grupo fica mais forte no Google. Cada restaurante reforça a autoridade do outro.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17920" y="822960"/>
            <a:ext cx="2651760" cy="3968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17920" y="822960"/>
            <a:ext cx="2651760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287768" y="1261872"/>
            <a:ext cx="512064" cy="512064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2982" y="1377086"/>
            <a:ext cx="281635" cy="28163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55080" y="19933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Crescimento paralelo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382512" y="2423160"/>
            <a:ext cx="23317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Local, Google Business Profile, site e Instagram — implementados em ambos simultaneamente para dobrar o impacto e o retorno.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0" y="4873752"/>
            <a:ext cx="73152" cy="27432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201168" y="4873752"/>
            <a:ext cx="8732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CC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dois negócios do mesmo dono crescem juntos, o resultado é maior do que a soma das partes.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LocalRise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566928"/>
            <a:ext cx="914400" cy="4572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4980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C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SOLUÇÃO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932688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LocalRise Advisory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1481328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Crescimento digital focado em gerar clientes reais — não apenas curtidas.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" y="2084832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Conectamos negócios locais aos clientes certos, no momento certo, com a estratégia certa — construída especificamente para a realidade de cada restaurante.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" y="3520440"/>
            <a:ext cx="1463040" cy="14630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794760" y="182880"/>
            <a:ext cx="36576" cy="47548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23360" y="20116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que fazemos pelos dois restaurantes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023360" y="585216"/>
            <a:ext cx="640080" cy="36576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023360" y="749808"/>
            <a:ext cx="2359152" cy="192024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023360" y="749808"/>
            <a:ext cx="2359152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87952" y="950976"/>
            <a:ext cx="457200" cy="457200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0822" y="1053846"/>
            <a:ext cx="251460" cy="2514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160520" y="153619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Local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160520" y="1865376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Aparecer nas primeiras posições quando alguém busca churrascaria na região.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510528" y="749808"/>
            <a:ext cx="2359152" cy="192024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510528" y="749808"/>
            <a:ext cx="2359152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675120" y="950976"/>
            <a:ext cx="457200" cy="457200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7990" y="1053846"/>
            <a:ext cx="251460" cy="2514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647688" y="153619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Meu Negócio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647688" y="1865376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completo, fotos profissionais, avaliações gerenciadas e presença sólida no Maps.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023360" y="2852928"/>
            <a:ext cx="2359152" cy="192024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023360" y="2852928"/>
            <a:ext cx="2359152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187952" y="3054096"/>
            <a:ext cx="457200" cy="457200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0822" y="3156966"/>
            <a:ext cx="251460" cy="2514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4160520" y="363931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Profissional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4160520" y="3968496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rápido e responsivo que converte visitantes em clientes reais.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6510528" y="2852928"/>
            <a:ext cx="2359152" cy="192024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6510528" y="2852928"/>
            <a:ext cx="2359152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6675120" y="3054096"/>
            <a:ext cx="457200" cy="457200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7990" y="3156966"/>
            <a:ext cx="251460" cy="25146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6647688" y="363931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Estratégico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6647688" y="3968496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 que vende, com grid profissional e posicionamento local consistente.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4630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LocalRise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548640"/>
            <a:ext cx="914400" cy="4572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1323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C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LOCAL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877824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Seja encontrado pelos clientes certos.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2194560"/>
            <a:ext cx="3794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de 80% dos consumidores pesquisam online antes de visitar um restaurante. A busca acontece agora — a pergunta é se o seu negócio aparece.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3108960"/>
            <a:ext cx="3840480" cy="1536192"/>
          </a:xfrm>
          <a:prstGeom prst="rect">
            <a:avLst/>
          </a:prstGeom>
          <a:solidFill>
            <a:srgbClr val="141414"/>
          </a:solidFill>
          <a:ln w="19050">
            <a:solidFill>
              <a:srgbClr val="CC1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32004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Aplicado nos dois restaurantes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3493008"/>
            <a:ext cx="35661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 do Churrasco e Estância Churrascaria recebem otimização completa e independente, cada um posicionado para seu perfil de público e localização.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80560" y="0"/>
            <a:ext cx="4663440" cy="5143500"/>
          </a:xfrm>
          <a:prstGeom prst="rect">
            <a:avLst/>
          </a:prstGeom>
          <a:solidFill>
            <a:srgbClr val="0F0F0F"/>
          </a:solidFill>
          <a:ln w="12700">
            <a:solidFill>
              <a:srgbClr val="0F0F0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01168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que entregamos: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585216"/>
            <a:ext cx="548640" cy="36576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749808"/>
            <a:ext cx="4224528" cy="530352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749808"/>
            <a:ext cx="475488" cy="530352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0872" y="859536"/>
            <a:ext cx="310896" cy="31089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230368" y="749808"/>
            <a:ext cx="3584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Pesquisa de palavras-chave locais (churrascaria + bairro/cidade)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663440" y="1408176"/>
            <a:ext cx="4224528" cy="530352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63440" y="1408176"/>
            <a:ext cx="475488" cy="530352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1517904"/>
            <a:ext cx="310896" cy="31089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230368" y="1408176"/>
            <a:ext cx="3584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Otimização on-page completa das páginas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663440" y="2066544"/>
            <a:ext cx="4224528" cy="530352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663440" y="2066544"/>
            <a:ext cx="475488" cy="530352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872" y="2176272"/>
            <a:ext cx="310896" cy="31089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230368" y="2066544"/>
            <a:ext cx="3584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Construção de autoridade local e citações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4663440" y="2724912"/>
            <a:ext cx="4224528" cy="530352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663440" y="2724912"/>
            <a:ext cx="475488" cy="530352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2834640"/>
            <a:ext cx="310896" cy="31089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230368" y="2724912"/>
            <a:ext cx="3584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Business Profile otimizado para cada unidade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4663440" y="3383280"/>
            <a:ext cx="4224528" cy="530352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663440" y="3383280"/>
            <a:ext cx="475488" cy="530352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872" y="3493008"/>
            <a:ext cx="310896" cy="31089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230368" y="3383280"/>
            <a:ext cx="3584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 mensais de desempenho e posições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4663440" y="4041648"/>
            <a:ext cx="4224528" cy="530352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4663440" y="4041648"/>
            <a:ext cx="475488" cy="530352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0872" y="4151376"/>
            <a:ext cx="310896" cy="31089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230368" y="4041648"/>
            <a:ext cx="3584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 e ajustes de rota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1097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LocalRise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20040" y="146304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MEU NEGÓCIO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perfil é a vitrine digital mais vista pelos seus clientes locais — e os dois restaurantes precisam de uma.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950976"/>
            <a:ext cx="4114800" cy="36576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60704"/>
            <a:ext cx="4005072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60704"/>
            <a:ext cx="4005072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88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que otimizamos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82496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41248" y="166420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 e verificação do perfil</a:t>
            </a:r>
            <a:endParaRPr lang="en-US" sz="10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12264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41248" y="209397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Otimização completa de informações</a:t>
            </a:r>
            <a:endParaRPr lang="en-US" sz="10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4203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1248" y="252374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Telefone, horários e endereço corretos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971800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41248" y="295351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 profissionais do restaurante</a:t>
            </a:r>
            <a:endParaRPr lang="en-US" sz="10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401568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41248" y="338328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e resposta de avaliações</a:t>
            </a:r>
            <a:endParaRPr lang="en-US" sz="10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831336"/>
            <a:ext cx="237744" cy="23774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41248" y="381304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Publicações periódicas no perfil</a:t>
            </a:r>
            <a:endParaRPr lang="en-US" sz="1050" dirty="0"/>
          </a:p>
        </p:txBody>
      </p:sp>
      <p:sp>
        <p:nvSpPr>
          <p:cNvPr id="21" name="Shape 13"/>
          <p:cNvSpPr/>
          <p:nvPr/>
        </p:nvSpPr>
        <p:spPr>
          <a:xfrm>
            <a:off x="4526280" y="1060704"/>
            <a:ext cx="4315968" cy="373075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Text 14"/>
          <p:cNvSpPr/>
          <p:nvPr/>
        </p:nvSpPr>
        <p:spPr>
          <a:xfrm>
            <a:off x="4709160" y="123444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 que isso importa para você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4709160" y="1600200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Estância não tem telefone cadastrado — clientes não conseguem ligar. O Terra tem fotos antigas que não vendem. Os dois perdem clientes por isso todos os dias.</a:t>
            </a:r>
            <a:endParaRPr lang="en-US" sz="10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2523744"/>
            <a:ext cx="256032" cy="25603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074920" y="250545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Ambos aparecem nas buscas locais de forma consistente</a:t>
            </a:r>
            <a:endParaRPr lang="en-US" sz="105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9160" y="3044952"/>
            <a:ext cx="256032" cy="25603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074920" y="30266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encontram telefone, horário e localização</a:t>
            </a:r>
            <a:endParaRPr lang="en-US" sz="105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9160" y="3566160"/>
            <a:ext cx="256032" cy="256032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074920" y="35478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Avaliações respondidas elevam a credibilidade</a:t>
            </a:r>
            <a:endParaRPr lang="en-US" sz="105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09160" y="4087368"/>
            <a:ext cx="256032" cy="256032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5074920" y="40690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Perfis monitorados e atualizados mensalmente</a:t>
            </a:r>
            <a:endParaRPr lang="en-US" sz="1050" dirty="0"/>
          </a:p>
        </p:txBody>
      </p:sp>
      <p:sp>
        <p:nvSpPr>
          <p:cNvPr id="32" name="Shape 20"/>
          <p:cNvSpPr/>
          <p:nvPr/>
        </p:nvSpPr>
        <p:spPr>
          <a:xfrm>
            <a:off x="0" y="4873752"/>
            <a:ext cx="73152" cy="27432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3" name="Text 21"/>
          <p:cNvSpPr/>
          <p:nvPr/>
        </p:nvSpPr>
        <p:spPr>
          <a:xfrm>
            <a:off x="201168" y="4873752"/>
            <a:ext cx="8732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perfil bem gerenciado aumenta a chance de o cliente escolher você antes mesmo de entrar em contato.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4630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LocalRise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548640"/>
            <a:ext cx="914400" cy="4572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1323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C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PROFISSIONAL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877824"/>
            <a:ext cx="4023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Seu site que trabalha por você.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2240280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website profissional aumenta a credibilidade e facilita o contato. Desenvolvemos um site para cada restaurante, otimizado para captar clientes locais.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3127248"/>
            <a:ext cx="3931920" cy="36576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3127248"/>
            <a:ext cx="365760" cy="36576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3218688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3127248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responsivo (mobile e desktop)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0040" y="3547872"/>
            <a:ext cx="3931920" cy="36576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" y="3547872"/>
            <a:ext cx="365760" cy="36576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3639312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77240" y="354787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Velocidade e SEO técnico integrado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20040" y="3968496"/>
            <a:ext cx="3931920" cy="36576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20040" y="3968496"/>
            <a:ext cx="365760" cy="36576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4059936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77240" y="3968496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Cardápio digital e informações do restaurante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320040" y="4389120"/>
            <a:ext cx="3931920" cy="36576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20040" y="4389120"/>
            <a:ext cx="365760" cy="36576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4480560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" y="43891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Formulário de contato e conversão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0F0F0F"/>
          </a:solidFill>
          <a:ln w="12700">
            <a:solidFill>
              <a:srgbClr val="0F0F0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800600" y="365760"/>
            <a:ext cx="4114800" cy="2834640"/>
          </a:xfrm>
          <a:prstGeom prst="rect">
            <a:avLst/>
          </a:prstGeom>
          <a:solidFill>
            <a:srgbClr val="1E1E1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800600" y="365760"/>
            <a:ext cx="4114800" cy="292608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919472" y="420624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5074920" y="420624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5230368" y="420624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5394960" y="411480"/>
            <a:ext cx="2560320" cy="201168"/>
          </a:xfrm>
          <a:prstGeom prst="rect">
            <a:avLst/>
          </a:prstGeom>
          <a:solidFill>
            <a:srgbClr val="3A3A3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394960" y="4114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terradora.com.br</a:t>
            </a:r>
            <a:endParaRPr lang="en-US" sz="700" dirty="0"/>
          </a:p>
        </p:txBody>
      </p:sp>
      <p:sp>
        <p:nvSpPr>
          <p:cNvPr id="32" name="Shape 26"/>
          <p:cNvSpPr/>
          <p:nvPr/>
        </p:nvSpPr>
        <p:spPr>
          <a:xfrm>
            <a:off x="4800600" y="658368"/>
            <a:ext cx="4114800" cy="566928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4800600" y="658368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Melhor Churrasco da Cidade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5074920" y="1353312"/>
            <a:ext cx="2926080" cy="10972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5074920" y="1536192"/>
            <a:ext cx="2468880" cy="10972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5074920" y="1719072"/>
            <a:ext cx="2011680" cy="10972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5074920" y="1901952"/>
            <a:ext cx="1554480" cy="10972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4983480" y="2176272"/>
            <a:ext cx="914400" cy="274320"/>
          </a:xfrm>
          <a:prstGeom prst="rect">
            <a:avLst/>
          </a:prstGeom>
          <a:solidFill>
            <a:srgbClr val="2E2E2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6099048" y="2176272"/>
            <a:ext cx="914400" cy="274320"/>
          </a:xfrm>
          <a:prstGeom prst="rect">
            <a:avLst/>
          </a:prstGeom>
          <a:solidFill>
            <a:srgbClr val="2E2E2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7214616" y="2176272"/>
            <a:ext cx="914400" cy="274320"/>
          </a:xfrm>
          <a:prstGeom prst="rect">
            <a:avLst/>
          </a:prstGeom>
          <a:solidFill>
            <a:srgbClr val="2E2E2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4800600" y="3383280"/>
            <a:ext cx="54864" cy="137160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4983480" y="3401568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 dos usuários julgam a credibilidade de uma empresa pelo seu website.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1097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LocalRise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20040" y="137160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INSTAGRAM &amp; IDENTIDADE VISUAL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612648"/>
            <a:ext cx="548640" cy="36576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777240"/>
            <a:ext cx="2852928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777240"/>
            <a:ext cx="2852928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" y="960120"/>
            <a:ext cx="457200" cy="457200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054" y="1062990"/>
            <a:ext cx="251460" cy="2514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6112" y="978408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Identidade Visual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29184" y="1453896"/>
            <a:ext cx="26060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Logo, paleta de cores e tipografia — uma identidade que comunique a qualidade do churrasco.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163824" y="777240"/>
            <a:ext cx="2852928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63824" y="777240"/>
            <a:ext cx="2852928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91840" y="960120"/>
            <a:ext cx="457200" cy="457200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4710" y="1062990"/>
            <a:ext cx="251460" cy="2514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58768" y="978408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Remodelagem do Perfil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291840" y="1453896"/>
            <a:ext cx="26060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Bio, destaques, grid e posicionamento — o perfil reestruturado do zero para vender.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126480" y="777240"/>
            <a:ext cx="2852928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0" y="777240"/>
            <a:ext cx="2852928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54496" y="960120"/>
            <a:ext cx="457200" cy="457200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366" y="1062990"/>
            <a:ext cx="251460" cy="2514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21424" y="978408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 de Conteúdo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254496" y="1453896"/>
            <a:ext cx="26060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Publicações com chamada para ação, integração com o Google e posicionamento local.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201168" y="2788920"/>
            <a:ext cx="2852928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201168" y="2788920"/>
            <a:ext cx="2852928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329184" y="2971800"/>
            <a:ext cx="457200" cy="457200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54" y="3074670"/>
            <a:ext cx="251460" cy="2514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96112" y="2990088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Consistência Visual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329184" y="3465576"/>
            <a:ext cx="26060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duas marcas com identidade unificada e profissional em todos os pontos de contato.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3163824" y="2788920"/>
            <a:ext cx="2852928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163824" y="2788920"/>
            <a:ext cx="2852928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291840" y="2971800"/>
            <a:ext cx="457200" cy="457200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4710" y="3074670"/>
            <a:ext cx="251460" cy="25146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858768" y="2990088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 de Conteúdo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3291840" y="3465576"/>
            <a:ext cx="26060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Fotos, posts, stories e carrosséis com design alinhado à identidade de cada restaurante.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6126480" y="2788920"/>
            <a:ext cx="2852928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126480" y="2788920"/>
            <a:ext cx="2852928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6254496" y="2971800"/>
            <a:ext cx="457200" cy="457200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366" y="3074670"/>
            <a:ext cx="251460" cy="25146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821424" y="2990088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Calendário Editorial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6254496" y="3465576"/>
            <a:ext cx="26060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 mensal de publicações para manter frequência e engajamento crescente.</a:t>
            </a:r>
            <a:endParaRPr lang="en-US" sz="950" dirty="0"/>
          </a:p>
        </p:txBody>
      </p:sp>
      <p:sp>
        <p:nvSpPr>
          <p:cNvPr id="41" name="Shape 33"/>
          <p:cNvSpPr/>
          <p:nvPr/>
        </p:nvSpPr>
        <p:spPr>
          <a:xfrm>
            <a:off x="0" y="4873752"/>
            <a:ext cx="73152" cy="27432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201168" y="4873752"/>
            <a:ext cx="8732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CC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marca forte no Instagram gera reconhecimento, confiança e mais clientes presenciais.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COMO TRABALHAMOS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01168" y="804672"/>
            <a:ext cx="2075688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804672"/>
            <a:ext cx="2075688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950976"/>
            <a:ext cx="566928" cy="566928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9509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0120" y="1682496"/>
            <a:ext cx="512064" cy="512064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334" y="1797710"/>
            <a:ext cx="281635" cy="28163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92608" y="2450592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92608" y="2834640"/>
            <a:ext cx="1883664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Analisamos a presença digital dos dois restaurantes, oportunidades e pontos críticos a corrigir.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404872" y="804672"/>
            <a:ext cx="2075688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04872" y="804672"/>
            <a:ext cx="2075688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163824" y="950976"/>
            <a:ext cx="566928" cy="566928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163824" y="9509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163824" y="1682496"/>
            <a:ext cx="512064" cy="512064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038" y="1797710"/>
            <a:ext cx="281635" cy="28163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496312" y="2450592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2496312" y="2834640"/>
            <a:ext cx="1883664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Desenvolvemos um plano personalizado para cada restaurante, alinhado ao seu público e mercado.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608576" y="804672"/>
            <a:ext cx="2075688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608576" y="804672"/>
            <a:ext cx="2075688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367528" y="950976"/>
            <a:ext cx="566928" cy="566928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367528" y="9509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5367528" y="1682496"/>
            <a:ext cx="512064" cy="512064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2742" y="1797710"/>
            <a:ext cx="281635" cy="281635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700016" y="2450592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Execução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4700016" y="2834640"/>
            <a:ext cx="1883664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Implementamos SEO, GBP, site e Instagram com qualidade e dentro do escopo definido em conjunto.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6812280" y="804672"/>
            <a:ext cx="2075688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812280" y="804672"/>
            <a:ext cx="2075688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571232" y="950976"/>
            <a:ext cx="566928" cy="566928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571232" y="9509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7571232" y="1682496"/>
            <a:ext cx="512064" cy="512064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446" y="1797710"/>
            <a:ext cx="281635" cy="281635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903720" y="2450592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Acompanhamento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6903720" y="2834640"/>
            <a:ext cx="1883664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 mensais com dados reais, ajustes contínuos e comunicação transparente.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0" y="4873752"/>
            <a:ext cx="73152" cy="27432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201168" y="4873752"/>
            <a:ext cx="8732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CC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Transparência e comunicação em cada etapa. Você acompanha tudo em tempo real.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QUE MUDA NOS PRIMEIROS 90 DIAS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01168" y="804672"/>
            <a:ext cx="2852928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804672"/>
            <a:ext cx="2852928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" y="987552"/>
            <a:ext cx="457200" cy="457200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054" y="1090422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1005840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Visibilidade no Maps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29184" y="1481328"/>
            <a:ext cx="26060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dois restaurantes aparecem nas buscas locais de forma consistente na região.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163824" y="804672"/>
            <a:ext cx="2852928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63824" y="804672"/>
            <a:ext cx="2852928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91840" y="987552"/>
            <a:ext cx="457200" cy="457200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4710" y="1090422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58768" y="1005840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Perfis 100% completos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291840" y="1481328"/>
            <a:ext cx="26060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Telefone, site, fotos, horários e categorias corretas em ambos os perfis Google.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126480" y="804672"/>
            <a:ext cx="2852928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804672"/>
            <a:ext cx="2852928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54496" y="987552"/>
            <a:ext cx="457200" cy="457200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366" y="1090422"/>
            <a:ext cx="251460" cy="2514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21424" y="1005840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avaliações positivas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254496" y="1481328"/>
            <a:ext cx="26060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 ativa de captação e gestão de reviews aumenta a autoridade dos restaurantes.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201168" y="2816352"/>
            <a:ext cx="2852928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01168" y="2816352"/>
            <a:ext cx="2852928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329184" y="2999232"/>
            <a:ext cx="457200" cy="457200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54" y="3102102"/>
            <a:ext cx="251460" cy="2514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96112" y="3017520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 no ar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329184" y="3493008"/>
            <a:ext cx="26060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sites profissionais, rápidos e otimizados para captar clientes locais.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3163824" y="2816352"/>
            <a:ext cx="2852928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163824" y="2816352"/>
            <a:ext cx="2852928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3291840" y="2999232"/>
            <a:ext cx="457200" cy="457200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4710" y="3102102"/>
            <a:ext cx="251460" cy="2514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858768" y="3017520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profissional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3291840" y="3493008"/>
            <a:ext cx="26060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Perfis reestruturados com identidade visual e conteúdo que atrai e converte.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6126480" y="2816352"/>
            <a:ext cx="2852928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126480" y="2816352"/>
            <a:ext cx="2852928" cy="54864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6254496" y="2999232"/>
            <a:ext cx="457200" cy="457200"/>
          </a:xfrm>
          <a:prstGeom prst="ellipse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366" y="3102102"/>
            <a:ext cx="251460" cy="25146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821424" y="3017520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e relatórios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6254496" y="3493008"/>
            <a:ext cx="26060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reais apresentados mensalmente — visíveis, mensuráveis, transparentes.</a:t>
            </a:r>
            <a:endParaRPr lang="en-US" sz="950" dirty="0"/>
          </a:p>
        </p:txBody>
      </p:sp>
      <p:sp>
        <p:nvSpPr>
          <p:cNvPr id="40" name="Shape 32"/>
          <p:cNvSpPr/>
          <p:nvPr/>
        </p:nvSpPr>
        <p:spPr>
          <a:xfrm>
            <a:off x="0" y="4873752"/>
            <a:ext cx="73152" cy="27432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201168" y="4873752"/>
            <a:ext cx="8732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resultados variam conforme o mercado e histórico de cada restaurante. Trabalhamos com dados reais, não com promessas.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0" y="1097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LocalRise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14630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C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COMERCIAL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3657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Proposta para os dois restaurantes — mesmo dono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8503920" cy="38404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06070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987552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Pacote 2 restaurantes: setup + mensalidade com condição especial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0040" y="1481328"/>
            <a:ext cx="4114800" cy="3401568"/>
          </a:xfrm>
          <a:prstGeom prst="rect">
            <a:avLst/>
          </a:prstGeom>
          <a:solidFill>
            <a:srgbClr val="1E1E1E"/>
          </a:solidFill>
          <a:ln w="25400">
            <a:solidFill>
              <a:srgbClr val="CC102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1481328"/>
            <a:ext cx="4114800" cy="438912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48132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COMPLETO  ★ RECOMENDADO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7200" y="2011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SEO Local + Site + Instagram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24871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inicial: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377440" y="24871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[INSERIR VALOR]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28163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Mensalidade: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377440" y="28163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[INSERIR VALOR]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3182112"/>
            <a:ext cx="3749040" cy="2743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3273552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86384" y="32644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Business Profile otimizado</a:t>
            </a:r>
            <a:endParaRPr lang="en-US" sz="10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675888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86384" y="366674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profissional e responsivo</a:t>
            </a:r>
            <a:endParaRPr lang="en-US" sz="10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4078224"/>
            <a:ext cx="201168" cy="20116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86384" y="4069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 de Instagram mensal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709160" y="1481328"/>
            <a:ext cx="4114800" cy="3401568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09160" y="1481328"/>
            <a:ext cx="4114800" cy="43891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846320" y="148132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ESSENCIAL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4846320" y="20116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SEO Local + Site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846320" y="24871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inicial: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6583680" y="24871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[INSERIR VALOR]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4846320" y="28163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Mensalidade: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6583680" y="28163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[INSERIR VALOR]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4846320" y="3182112"/>
            <a:ext cx="3749040" cy="2743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3273552"/>
            <a:ext cx="201168" cy="20116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175504" y="32644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Business Profile otimizado</a:t>
            </a:r>
            <a:endParaRPr lang="en-US" sz="105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3675888"/>
            <a:ext cx="201168" cy="20116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175504" y="366674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profissional e responsivo</a:t>
            </a:r>
            <a:endParaRPr lang="en-US" sz="1050" dirty="0"/>
          </a:p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4608" y="4078224"/>
            <a:ext cx="201168" cy="20116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175504" y="4069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mensal de performance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0" y="0"/>
            <a:ext cx="4023360" cy="514350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457200"/>
            <a:ext cx="2834640" cy="2834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1645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LocalRise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20040" y="566928"/>
            <a:ext cx="914400" cy="45720"/>
          </a:xfrm>
          <a:prstGeom prst="rect">
            <a:avLst/>
          </a:prstGeom>
          <a:solidFill>
            <a:srgbClr val="CC1020"/>
          </a:solidFill>
          <a:ln w="12700">
            <a:solidFill>
              <a:srgbClr val="CC102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804672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“O mercado já está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320040" y="1298448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CC1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acontecendo.”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320040" y="1993392"/>
            <a:ext cx="4480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decisão é se vocês vão liderar ou ficar para trás.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20040" y="2697480"/>
            <a:ext cx="4206240" cy="3657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28346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conversar?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20040" y="321868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localriseai@gmail.com  ·  @localrise.advisory  ·  (51) 98201-6945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LocalRise – Terra do Churrasco &amp; Estância</dc:title>
  <dc:subject>PptxGenJS Presentation</dc:subject>
  <dc:creator>LocalRise Advisory</dc:creator>
  <cp:lastModifiedBy>LocalRise Advisory</cp:lastModifiedBy>
  <cp:revision>1</cp:revision>
  <dcterms:created xsi:type="dcterms:W3CDTF">2026-03-31T22:08:00Z</dcterms:created>
  <dcterms:modified xsi:type="dcterms:W3CDTF">2026-03-31T22:08:00Z</dcterms:modified>
</cp:coreProperties>
</file>