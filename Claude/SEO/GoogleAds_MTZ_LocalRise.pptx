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560320"/>
            <a:ext cx="2011680" cy="201168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256032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347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LOCALRISE ADVISORY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9144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a MTZ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384048" y="2633472"/>
            <a:ext cx="50292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788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tráfego pago para posicionar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agência e atrair mais clientes qualificados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Apresentação Comercial  •  LocalRise Advisory  •  2025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685800" cy="685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35478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Powered by Google Ads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01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Google Ads?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29184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A plataforma de anúncios do Google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2176272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0F1E"/>
                </a:solidFill>
              </a:rPr>
              <a:t>Google Ads é o sistema de publicidade do Google. Ele permite que sua empresa apareça no topo das pesquisas do Google — exatamente quando alguém está procurando pelo que você oferece.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0F1E"/>
                </a:solidFill>
              </a:rPr>
              <a:t>Diferente das redes sociais, onde você interrompe as pessoas com anúncios, no Google Ads você aparece para quem já está buscando ativamente por uma solução.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4023360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834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Exemplo prático: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8348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Alguém digita no Google: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83480" y="2359152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2359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F1E"/>
                </a:solidFill>
              </a:rPr>
              <a:t>"agência de estratégia digital IA"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 primeiro resultado que aparece é: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83480" y="3163824"/>
            <a:ext cx="3657600" cy="1234440"/>
          </a:xfrm>
          <a:prstGeom prst="rect">
            <a:avLst/>
          </a:prstGeom>
          <a:solidFill>
            <a:srgbClr val="0D22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83480" y="3163824"/>
            <a:ext cx="685800" cy="2286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31638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Patrocinado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47488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MTZ — Inteligência Digital para quem decide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47488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mtz.ag  •  Estratégia. Posicionamento. IA Proprietária.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02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na prática?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353312"/>
            <a:ext cx="1664208" cy="3310128"/>
          </a:xfrm>
          <a:prstGeom prst="rect">
            <a:avLst/>
          </a:prstGeom>
          <a:solidFill>
            <a:srgbClr val="0D1B3E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353312"/>
            <a:ext cx="1664208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361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031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Pesquisa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" y="2651760"/>
            <a:ext cx="148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BD5E1"/>
                </a:solidFill>
              </a:rPr>
              <a:t>Seu anúncio aparece no topo do Google quando alguém busca pelo que você oferece.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75104" y="1353312"/>
            <a:ext cx="1664208" cy="3310128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75104" y="1353312"/>
            <a:ext cx="1664208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53619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48256" y="21031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Intenção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066544" y="2651760"/>
            <a:ext cx="148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BD5E1"/>
                </a:solidFill>
              </a:rPr>
              <a:t>O usuário já quer uma solução. É tráfego qualificado — não interrupção, é resposta.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749040" y="1353312"/>
            <a:ext cx="1664208" cy="3310128"/>
          </a:xfrm>
          <a:prstGeom prst="rect">
            <a:avLst/>
          </a:prstGeom>
          <a:solidFill>
            <a:srgbClr val="0D1B3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49040" y="1353312"/>
            <a:ext cx="166420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53619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22192" y="21031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Palavras-chave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840480" y="2651760"/>
            <a:ext cx="148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BD5E1"/>
                </a:solidFill>
              </a:rPr>
              <a:t>Definimos os termos que ativam seu anúncio. Ex: "consultoria IA", "agência digital".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522976" y="1353312"/>
            <a:ext cx="1664208" cy="3310128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522976" y="1353312"/>
            <a:ext cx="1664208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53619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21031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Orçamento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614416" y="2651760"/>
            <a:ext cx="148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BD5E1"/>
                </a:solidFill>
              </a:rPr>
              <a:t>Você define o limite diário. Nenhum gasto extra sem sua autorização.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296912" y="1353312"/>
            <a:ext cx="1664208" cy="3310128"/>
          </a:xfrm>
          <a:prstGeom prst="rect">
            <a:avLst/>
          </a:prstGeom>
          <a:solidFill>
            <a:srgbClr val="0D1B3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296912" y="1353312"/>
            <a:ext cx="166420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536192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70064" y="21031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Conversões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388352" y="2651760"/>
            <a:ext cx="1481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BD5E1"/>
                </a:solidFill>
              </a:rPr>
              <a:t>Você paga só pelo clique. Rastreamos leads, contatos e resultados em tempo real.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03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faz sentido para a MTZ?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33375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A MTZ já tem autoridade.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Jean Mortaza tem 7.500+ seguidores, é autor de livro, speaker no South Summit Brazil e criou uma IA proprietária (Mortaza AI). Isso é posicionamento real.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Mas posicionamento orgânico tem limite de velocidade.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O Google Ads coloca a MTZ na frente de quem está procurando agora — e que ainda não te conhece.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20624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21808" y="1426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Aparecer para quem busca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21808" y="17190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"consultoria IA", "estratégia digital política", "agência posicionamento"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212848"/>
            <a:ext cx="420624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3500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2267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Clientes qualificados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21808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Quem clica já tem intenção. Leads melhores, tempo de venda menor.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3054096"/>
            <a:ext cx="420624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191256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1808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Acelerar crescimento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21808" y="3401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Enquanto o SEO amadurece, o Ads já gera contatos desde o 1º dia.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3895344"/>
            <a:ext cx="420624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03250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1808" y="3950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Mensurar cada centavo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21808" y="4242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Você vê exatamente quantos cliques, leads e conversões cada R$1 gerou.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04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LocalRise vai fazer?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4370832" cy="1115568"/>
          </a:xfrm>
          <a:prstGeom prst="rect">
            <a:avLst/>
          </a:prstGeom>
          <a:solidFill>
            <a:srgbClr val="0D1B3E"/>
          </a:solidFill>
          <a:ln w="101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325880"/>
            <a:ext cx="475488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32588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Análise do Negócio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1764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Serviços, diferenciais, público-alvo (empresas e setor público) e objetivos de crescimento da MTZ.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2532888"/>
            <a:ext cx="4370832" cy="1115568"/>
          </a:xfrm>
          <a:prstGeom prst="rect">
            <a:avLst/>
          </a:prstGeom>
          <a:solidFill>
            <a:srgbClr val="0D1B3E"/>
          </a:solidFill>
          <a:ln w="101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2532888"/>
            <a:ext cx="475488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53288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Definição de Objetivos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Foco da campanha: leads para consultoria, matrículas no Curso de IA ou visibilidade da Mortaza AI.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3739896"/>
            <a:ext cx="4370832" cy="1115568"/>
          </a:xfrm>
          <a:prstGeom prst="rect">
            <a:avLst/>
          </a:prstGeom>
          <a:solidFill>
            <a:srgbClr val="0D1B3E"/>
          </a:solidFill>
          <a:ln w="101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3739896"/>
            <a:ext cx="475488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3739896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3831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Pesquisa de Palavras-chave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" y="4178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Mapeamos os termos buscados pelos seus clientes ideais no Google.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91456" y="1325880"/>
            <a:ext cx="4370832" cy="1115568"/>
          </a:xfrm>
          <a:prstGeom prst="rect">
            <a:avLst/>
          </a:prstGeom>
          <a:solidFill>
            <a:srgbClr val="0D1B3E"/>
          </a:solidFill>
          <a:ln w="101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91456" y="1325880"/>
            <a:ext cx="475488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32588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58384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Configuração + Anúncios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58384" y="1764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Campanha estruturada com textos conectados à proposta de valor da MTZ.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91456" y="2532888"/>
            <a:ext cx="4370832" cy="1115568"/>
          </a:xfrm>
          <a:prstGeom prst="rect">
            <a:avLst/>
          </a:prstGeom>
          <a:solidFill>
            <a:srgbClr val="0D1B3E"/>
          </a:solidFill>
          <a:ln w="101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2532888"/>
            <a:ext cx="475488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53288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58384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Otimização Contínua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58384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Ajustes semanais: palavras que convertem, anúncios com melhor performance e redução do custo por lead.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91456" y="3739896"/>
            <a:ext cx="4370832" cy="1115568"/>
          </a:xfrm>
          <a:prstGeom prst="rect">
            <a:avLst/>
          </a:prstGeom>
          <a:solidFill>
            <a:srgbClr val="0D1B3E"/>
          </a:solidFill>
          <a:ln w="101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1456" y="3739896"/>
            <a:ext cx="475488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739896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58384" y="38313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Relatórios Mensais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58384" y="4178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Dashboard com cliques, leads, custo por aquisição e ROI — totalmente transparente.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05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importante você entender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56692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89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898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E"/>
                </a:solidFill>
              </a:rPr>
              <a:t>Google Ads não é milagre — é uma ferramenta estratégica que exige tempo, teste e otimização.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2011680"/>
            <a:ext cx="4297680" cy="11887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011680"/>
            <a:ext cx="73152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03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Resultados dependem de estratégia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46888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As primeiras semanas são de aprendizado. A plataforma precisa de dados para otimizar. Melhoramos a cada ciclo.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3310128"/>
            <a:ext cx="4297680" cy="11887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3310128"/>
            <a:ext cx="73152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4015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Orçamento e concorrência importam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76732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Quanto maior o orçamento, mais rápido os resultados. A concorrência no seu setor influencia o custo por clique.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011680"/>
            <a:ext cx="4297680" cy="11887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011680"/>
            <a:ext cx="73152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2103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A conversão começa no clique, não termina nele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246888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 Ads leva o potencial cliente até você. O que acontece depois — resposta rápida, boa proposta, atendimento qualificado — é o que fecha o negócio.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3310128"/>
            <a:ext cx="4297680" cy="11887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310128"/>
            <a:ext cx="73152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34015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Tráfego sem estrutura de atendimento perde eficiência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376732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 um lead chega e não é atendido rápido, o investimento é desperdiçado. Vamos alinhar isso juntos antes de ligar a campanha.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06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precisamos de você para iniciar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4297680" cy="1078992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636776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636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Acesso ao Google 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737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Conta existente ou criamos uma nova. Você mantém total propriedade.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496312"/>
            <a:ext cx="4297680" cy="1078992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" y="2807208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2587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Site ou Landing 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29077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mtz.ag está ótimo. Podemos criar páginas específicas para cada campanha se necessário.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666744"/>
            <a:ext cx="4297680" cy="1078992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" y="397764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3758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Canal de Conversão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WhatsApp Business, formulário de contato ou página de captura para o Curso de 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4297680" cy="1078992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1636776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636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22392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Definição de Orçamento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22392" y="1737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Recomendamos mínimo de R$1.500/mês para testes iniciais. Você decide e ajusta a qualquer momento.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496312"/>
            <a:ext cx="4297680" cy="1078992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2807208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22392" y="2587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Serviços Prioritários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22392" y="29077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Consultoria MTZ? Curso de IA? Mortaza AI? Definimos juntos o foco da primeira campanha.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666744"/>
            <a:ext cx="4297680" cy="1078992"/>
          </a:xfrm>
          <a:prstGeom prst="rect">
            <a:avLst/>
          </a:prstGeom>
          <a:solidFill>
            <a:srgbClr val="0D1B3E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97764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22392" y="3758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Diferenciais e Localização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22392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 que a MTZ entrega que nenhum outro entrega? E quais regiões/segmentos são prioridade?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07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 da Reunião — Passo a Passo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8686800" cy="67665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44752"/>
            <a:ext cx="365760" cy="3657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38988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O que é Google Ads 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99232" y="1389888"/>
            <a:ext cx="36576" cy="4937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3716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"Imagine alguém buscando no Google agora: 'consultoria IA'. O Ads coloca a MTZ no topo — antes de qualquer concorrente."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048256"/>
            <a:ext cx="8686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2194560"/>
            <a:ext cx="365760" cy="3657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139696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Por que ajuda a MTZ 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9232" y="2139696"/>
            <a:ext cx="36576" cy="4937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21214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"Você tem livro, IA própria, speaker em eventos. O Ads leva esse posicionamento para quem ainda não te conhece, mas está buscando exatamente o que você oferece."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798064"/>
            <a:ext cx="8686800" cy="67665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944368"/>
            <a:ext cx="365760" cy="3657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88950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Como vamos operar 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99232" y="2889504"/>
            <a:ext cx="36576" cy="4937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87121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"Cuidamos de tudo: palavras-chave, anúncios, otimização semanal e relatório mensal. Você foca no negócio, nós focamos na campanha."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547872"/>
            <a:ext cx="8686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3694176"/>
            <a:ext cx="365760" cy="3657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6393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O que você nos entrega  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99232" y="3639312"/>
            <a:ext cx="36576" cy="4937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36210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"Acesso ao Google Ads, canal de conversão (WhatsApp ou landing page) e o serviço que será o foco inicial — consultoria, curso ou Mortaza AI."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297680"/>
            <a:ext cx="8686800" cy="67665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4443984"/>
            <a:ext cx="365760" cy="3657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" y="438912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Como acompanhar resultados  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99232" y="4389120"/>
            <a:ext cx="36576" cy="4937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27248" y="43708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"Relatório mensal com cliques, leads e custo por lead. Sem caixa preta — tudo transparente e com recomendações de melhoria."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6DB"/>
                </a:solidFill>
              </a:rPr>
              <a:t>08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51560" y="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Possíveis Objeções — Como Responder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4297680" cy="1664208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4297680" cy="47548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074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</a:rPr>
              <a:t>"Isso funciona para o meu negócio?"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Funciona muito bem para negócios de consultoria, cursos e serviços especializados. A MTZ tem um serviço de ticket mais alto — e no Google Ads, qualidade do lead importa mais que volume. Um contrato fechado já paga meses de campanha.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3108960"/>
            <a:ext cx="4297680" cy="1664208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3108960"/>
            <a:ext cx="4297680" cy="47548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6382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</a:rPr>
              <a:t>"Não é caro?"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Você define o orçamento e nunca gasta mais do que o limite estabelecido. O custo real é quanto um cliente novo vale para a MTZ. Se uma consultoria custa R$5.000 e o custo por lead é R$80, o ROI é muito claro.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4297680" cy="1664208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25880"/>
            <a:ext cx="4297680" cy="47548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8074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</a:rPr>
              <a:t>"Em quanto tempo dá resultado?"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Os primeiros resultados aparecem nas primeiras semanas. O ciclo de otimização leva de 30 a 60 dias para consolidar. Quanto maior o orçamento inicial, mais rápido o aprendizado da plataforma.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4297680" cy="1664208"/>
          </a:xfrm>
          <a:prstGeom prst="rect">
            <a:avLst/>
          </a:prstGeom>
          <a:solidFill>
            <a:srgbClr val="0D1B3E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08960"/>
            <a:ext cx="4297680" cy="47548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6382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</a:rPr>
              <a:t>"Como vou saber se está valendo a pena?"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Você recebe relatório mensal com todos os dados: cliques, leads, custo por aquisição e comparativo mês a mês. Tudo transparente. Sem caixa preta. Se não estiver performando, ajustamos juntos.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Apresentação Comercial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A56DB">
              <a:alpha val="8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Vamos posicionar a MTZ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topo do Google?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87168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BD5E1"/>
                </a:solidFill>
              </a:rPr>
              <a:t>Jean, a MTZ já tem o que mais importa: posicionamento real, autoridade de mercado e um produto diferenciado. O Google Ads é a alavanca que faz esse posicionamento aparecer para quem ainda não te conhece — mas está buscando exatamente o que você oferece.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BD5E1"/>
                </a:solidFill>
              </a:rPr>
              <a:t>Vamos alinhar os detalhes e dar o próximo passo juntos.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931920"/>
            <a:ext cx="2377440" cy="594360"/>
          </a:xfrm>
          <a:prstGeom prst="rect">
            <a:avLst/>
          </a:prstGeom>
          <a:solidFill>
            <a:srgbClr val="0D1B3E"/>
          </a:solidFill>
          <a:ln w="1524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4041648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Enviar proposta formal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55848" y="3931920"/>
            <a:ext cx="2377440" cy="594360"/>
          </a:xfrm>
          <a:prstGeom prst="rect">
            <a:avLst/>
          </a:prstGeom>
          <a:solidFill>
            <a:srgbClr val="0D1B3E"/>
          </a:solidFill>
          <a:ln w="1524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47288" y="4041648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58768" y="39776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Criar acesso à conta Google 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34456" y="3931920"/>
            <a:ext cx="2377440" cy="594360"/>
          </a:xfrm>
          <a:prstGeom prst="rect">
            <a:avLst/>
          </a:prstGeom>
          <a:solidFill>
            <a:srgbClr val="0D1B3E"/>
          </a:solidFill>
          <a:ln w="1524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4041648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5896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37376" y="39776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Iniciar campanha em até 7 dias úteis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LocalRise Advisory  •  localriseai@gmail.com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para MTZ — LocalRise Advisory</dc:title>
  <dc:subject>PptxGenJS Presentation</dc:subject>
  <dc:creator>PptxGenJS</dc:creator>
  <cp:lastModifiedBy>PptxGenJS</cp:lastModifiedBy>
  <cp:revision>1</cp:revision>
  <dcterms:created xsi:type="dcterms:W3CDTF">2026-03-31T15:20:35Z</dcterms:created>
  <dcterms:modified xsi:type="dcterms:W3CDTF">2026-03-31T15:20:35Z</dcterms:modified>
</cp:coreProperties>
</file>